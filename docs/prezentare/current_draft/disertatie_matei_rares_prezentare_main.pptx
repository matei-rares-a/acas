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23"/>
  </p:notesMasterIdLst>
  <p:handoutMasterIdLst>
    <p:handoutMasterId r:id="rId24"/>
  </p:handoutMasterIdLst>
  <p:sldIdLst>
    <p:sldId id="496" r:id="rId5"/>
    <p:sldId id="497" r:id="rId6"/>
    <p:sldId id="511" r:id="rId7"/>
    <p:sldId id="512" r:id="rId8"/>
    <p:sldId id="510" r:id="rId9"/>
    <p:sldId id="523" r:id="rId10"/>
    <p:sldId id="516" r:id="rId11"/>
    <p:sldId id="525" r:id="rId12"/>
    <p:sldId id="524" r:id="rId13"/>
    <p:sldId id="526" r:id="rId14"/>
    <p:sldId id="501" r:id="rId15"/>
    <p:sldId id="507" r:id="rId16"/>
    <p:sldId id="514" r:id="rId17"/>
    <p:sldId id="508" r:id="rId18"/>
    <p:sldId id="519" r:id="rId19"/>
    <p:sldId id="505" r:id="rId20"/>
    <p:sldId id="518" r:id="rId21"/>
    <p:sldId id="50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74791" autoAdjust="0"/>
  </p:normalViewPr>
  <p:slideViewPr>
    <p:cSldViewPr snapToGrid="0" showGuides="1">
      <p:cViewPr varScale="1">
        <p:scale>
          <a:sx n="90" d="100"/>
          <a:sy n="90" d="100"/>
        </p:scale>
        <p:origin x="102" y="282"/>
      </p:cViewPr>
      <p:guideLst>
        <p:guide orient="horz" pos="196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2333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3BB8D6-27BC-4CD0-978C-8090523D0705}" type="doc">
      <dgm:prSet loTypeId="urn:microsoft.com/office/officeart/2008/layout/LinedList" loCatId="list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DCB301B6-A1CC-4E04-931E-2CAECBDF93BF}">
      <dgm:prSet custT="1"/>
      <dgm:spPr/>
      <dgm:t>
        <a:bodyPr/>
        <a:lstStyle/>
        <a:p>
          <a:r>
            <a:rPr lang="en-US" sz="3400" b="0" dirty="0" err="1">
              <a:latin typeface="Segoe UI" panose="020B0502040204020203" pitchFamily="34" charset="0"/>
              <a:cs typeface="Segoe UI" panose="020B0502040204020203" pitchFamily="34" charset="0"/>
            </a:rPr>
            <a:t>Introducere</a:t>
          </a:r>
          <a:endParaRPr lang="en-US" sz="34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C179F3CE-E489-4C1C-86D0-B0218C2C182C}" type="parTrans" cxnId="{F048A637-4897-4920-9F41-D58B6B60C7CF}">
      <dgm:prSet/>
      <dgm:spPr/>
      <dgm:t>
        <a:bodyPr/>
        <a:lstStyle/>
        <a:p>
          <a:endParaRPr lang="en-US"/>
        </a:p>
      </dgm:t>
    </dgm:pt>
    <dgm:pt modelId="{22379FF5-8661-4E61-B250-DF4A76537C51}" type="sibTrans" cxnId="{F048A637-4897-4920-9F41-D58B6B60C7CF}">
      <dgm:prSet/>
      <dgm:spPr/>
      <dgm:t>
        <a:bodyPr/>
        <a:lstStyle/>
        <a:p>
          <a:endParaRPr lang="en-US"/>
        </a:p>
      </dgm:t>
    </dgm:pt>
    <dgm:pt modelId="{FFB776E6-23F7-4E85-9B3F-BAD987A2B497}">
      <dgm:prSet custT="1"/>
      <dgm:spPr/>
      <dgm:t>
        <a:bodyPr/>
        <a:lstStyle/>
        <a:p>
          <a:r>
            <a:rPr lang="ro-RO" sz="3400" b="0" dirty="0">
              <a:latin typeface="Segoe UI" panose="020B0502040204020203" pitchFamily="34" charset="0"/>
              <a:cs typeface="Segoe UI" panose="020B0502040204020203" pitchFamily="34" charset="0"/>
            </a:rPr>
            <a:t>Tehnologii</a:t>
          </a:r>
          <a:endParaRPr lang="en-US" sz="34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3082F0D9-2BB2-46E7-A418-458C1C3EAAEB}" type="parTrans" cxnId="{2039271B-4B8A-4875-8465-A633823A4E6E}">
      <dgm:prSet/>
      <dgm:spPr/>
      <dgm:t>
        <a:bodyPr/>
        <a:lstStyle/>
        <a:p>
          <a:endParaRPr lang="en-US"/>
        </a:p>
      </dgm:t>
    </dgm:pt>
    <dgm:pt modelId="{409834EE-169C-4C59-B1A9-A63DFF462395}" type="sibTrans" cxnId="{2039271B-4B8A-4875-8465-A633823A4E6E}">
      <dgm:prSet/>
      <dgm:spPr/>
      <dgm:t>
        <a:bodyPr/>
        <a:lstStyle/>
        <a:p>
          <a:endParaRPr lang="en-US"/>
        </a:p>
      </dgm:t>
    </dgm:pt>
    <dgm:pt modelId="{E899FDE9-8023-4C52-8C9F-5F0317A1A3C0}">
      <dgm:prSet custT="1"/>
      <dgm:spPr/>
      <dgm:t>
        <a:bodyPr/>
        <a:lstStyle/>
        <a:p>
          <a:r>
            <a:rPr lang="en-US" sz="3400" b="0" dirty="0">
              <a:latin typeface="Segoe UI" panose="020B0502040204020203" pitchFamily="34" charset="0"/>
              <a:cs typeface="Segoe UI" panose="020B0502040204020203" pitchFamily="34" charset="0"/>
            </a:rPr>
            <a:t>A</a:t>
          </a:r>
          <a:r>
            <a:rPr lang="ro-RO" sz="3400" b="0" dirty="0">
              <a:latin typeface="Segoe UI" panose="020B0502040204020203" pitchFamily="34" charset="0"/>
              <a:cs typeface="Segoe UI" panose="020B0502040204020203" pitchFamily="34" charset="0"/>
            </a:rPr>
            <a:t>r</a:t>
          </a:r>
          <a:r>
            <a:rPr lang="en-US" sz="3400" b="0" dirty="0" err="1">
              <a:latin typeface="Segoe UI" panose="020B0502040204020203" pitchFamily="34" charset="0"/>
              <a:cs typeface="Segoe UI" panose="020B0502040204020203" pitchFamily="34" charset="0"/>
            </a:rPr>
            <a:t>hitectur</a:t>
          </a:r>
          <a:r>
            <a:rPr lang="ro-RO" sz="3400" b="0" dirty="0">
              <a:latin typeface="Segoe UI" panose="020B0502040204020203" pitchFamily="34" charset="0"/>
              <a:cs typeface="Segoe UI" panose="020B0502040204020203" pitchFamily="34" charset="0"/>
            </a:rPr>
            <a:t>ă</a:t>
          </a:r>
          <a:endParaRPr lang="en-US" sz="34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0946872C-DE66-47EF-98B7-31F770ABDAD5}" type="parTrans" cxnId="{2D720D27-4DEA-437C-8EB5-49FB3E25A81C}">
      <dgm:prSet/>
      <dgm:spPr/>
      <dgm:t>
        <a:bodyPr/>
        <a:lstStyle/>
        <a:p>
          <a:endParaRPr lang="en-US"/>
        </a:p>
      </dgm:t>
    </dgm:pt>
    <dgm:pt modelId="{0C2B48A1-EFF8-4EF2-B762-5D6368039629}" type="sibTrans" cxnId="{2D720D27-4DEA-437C-8EB5-49FB3E25A81C}">
      <dgm:prSet/>
      <dgm:spPr/>
      <dgm:t>
        <a:bodyPr/>
        <a:lstStyle/>
        <a:p>
          <a:endParaRPr lang="en-US"/>
        </a:p>
      </dgm:t>
    </dgm:pt>
    <dgm:pt modelId="{3047A93B-1B86-4D68-8011-B3DC50BD44D3}">
      <dgm:prSet custT="1"/>
      <dgm:spPr/>
      <dgm:t>
        <a:bodyPr/>
        <a:lstStyle/>
        <a:p>
          <a:pPr rtl="0"/>
          <a:r>
            <a:rPr lang="en-US" sz="34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Inregistrarea</a:t>
          </a:r>
          <a:r>
            <a:rPr lang="en-US" sz="34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&amp; </a:t>
          </a:r>
          <a:r>
            <a:rPr lang="en-US" sz="34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Autentificare</a:t>
          </a:r>
          <a:r>
            <a:rPr lang="en-US" sz="34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	</a:t>
          </a:r>
        </a:p>
      </dgm:t>
    </dgm:pt>
    <dgm:pt modelId="{D2512F0C-91D8-40BF-A285-05C398EF3CF3}" type="parTrans" cxnId="{B494A953-EE28-41C8-A01F-0735B6622ED1}">
      <dgm:prSet/>
      <dgm:spPr/>
      <dgm:t>
        <a:bodyPr/>
        <a:lstStyle/>
        <a:p>
          <a:endParaRPr lang="en-US"/>
        </a:p>
      </dgm:t>
    </dgm:pt>
    <dgm:pt modelId="{BE6B2831-1CF5-4741-A01D-92BF807DB945}" type="sibTrans" cxnId="{B494A953-EE28-41C8-A01F-0735B6622ED1}">
      <dgm:prSet/>
      <dgm:spPr/>
      <dgm:t>
        <a:bodyPr/>
        <a:lstStyle/>
        <a:p>
          <a:endParaRPr lang="en-US"/>
        </a:p>
      </dgm:t>
    </dgm:pt>
    <dgm:pt modelId="{4D04C002-FD7C-42C7-A1C4-449E53FA6304}">
      <dgm:prSet phldr="0" custT="1"/>
      <dgm:spPr/>
      <dgm:t>
        <a:bodyPr/>
        <a:lstStyle/>
        <a:p>
          <a:r>
            <a:rPr lang="en-US" sz="3400" b="0" dirty="0" err="1">
              <a:latin typeface="Segoe UI" panose="020B0502040204020203" pitchFamily="34" charset="0"/>
              <a:cs typeface="Segoe UI" panose="020B0502040204020203" pitchFamily="34" charset="0"/>
            </a:rPr>
            <a:t>Concluzii</a:t>
          </a:r>
          <a:endParaRPr lang="en-US" sz="34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81B1D53F-D5AC-4EB2-87E1-E8FF0C8FD195}" type="parTrans" cxnId="{12E21CA6-BBBB-4A82-A078-176289E2B8B7}">
      <dgm:prSet/>
      <dgm:spPr/>
      <dgm:t>
        <a:bodyPr/>
        <a:lstStyle/>
        <a:p>
          <a:endParaRPr lang="ro-RO"/>
        </a:p>
      </dgm:t>
    </dgm:pt>
    <dgm:pt modelId="{C5B67004-81C7-4159-9B67-4A339C5DFFCF}" type="sibTrans" cxnId="{12E21CA6-BBBB-4A82-A078-176289E2B8B7}">
      <dgm:prSet/>
      <dgm:spPr/>
      <dgm:t>
        <a:bodyPr/>
        <a:lstStyle/>
        <a:p>
          <a:endParaRPr lang="ro-RO"/>
        </a:p>
      </dgm:t>
    </dgm:pt>
    <dgm:pt modelId="{57164BAC-3121-4D82-AC4D-99AF2CE6FCF8}">
      <dgm:prSet phldr="0" custT="1"/>
      <dgm:spPr/>
      <dgm:t>
        <a:bodyPr/>
        <a:lstStyle/>
        <a:p>
          <a:r>
            <a:rPr lang="ro-RO" sz="3400" b="0" dirty="0">
              <a:latin typeface="Segoe UI" panose="020B0502040204020203" pitchFamily="34" charset="0"/>
              <a:cs typeface="Segoe UI" panose="020B0502040204020203" pitchFamily="34" charset="0"/>
            </a:rPr>
            <a:t>Bibliografie</a:t>
          </a:r>
          <a:endParaRPr lang="en-US" sz="34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90A8B2BC-AB16-4249-BFAC-50651AA9048A}" type="parTrans" cxnId="{935024E5-72D8-4381-AED6-F19D318DD4A3}">
      <dgm:prSet/>
      <dgm:spPr/>
      <dgm:t>
        <a:bodyPr/>
        <a:lstStyle/>
        <a:p>
          <a:endParaRPr lang="ro-RO"/>
        </a:p>
      </dgm:t>
    </dgm:pt>
    <dgm:pt modelId="{0A57040C-F435-4F43-BE94-CFF09E98B20F}" type="sibTrans" cxnId="{935024E5-72D8-4381-AED6-F19D318DD4A3}">
      <dgm:prSet/>
      <dgm:spPr/>
      <dgm:t>
        <a:bodyPr/>
        <a:lstStyle/>
        <a:p>
          <a:endParaRPr lang="ro-RO"/>
        </a:p>
      </dgm:t>
    </dgm:pt>
    <dgm:pt modelId="{A497C743-4700-4D44-9FF1-1BBBF2C4C1D5}">
      <dgm:prSet custT="1"/>
      <dgm:spPr/>
      <dgm:t>
        <a:bodyPr/>
        <a:lstStyle/>
        <a:p>
          <a:pPr rtl="0"/>
          <a:r>
            <a:rPr lang="en-US" sz="34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Validare</a:t>
          </a:r>
          <a:r>
            <a:rPr lang="en-US" sz="34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4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si</a:t>
          </a:r>
          <a:r>
            <a:rPr lang="en-US" sz="34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4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rezultate</a:t>
          </a:r>
          <a:endParaRPr lang="en-US" sz="3400" b="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gm:t>
    </dgm:pt>
    <dgm:pt modelId="{A0BEFE36-EBED-488D-8416-23BFDE9CD192}" type="parTrans" cxnId="{4AAD3387-DC3A-4739-A303-88E5F08F58BA}">
      <dgm:prSet/>
      <dgm:spPr/>
      <dgm:t>
        <a:bodyPr/>
        <a:lstStyle/>
        <a:p>
          <a:endParaRPr lang="ro-RO"/>
        </a:p>
      </dgm:t>
    </dgm:pt>
    <dgm:pt modelId="{0E8E7E2E-A1CC-43F4-8FD1-5C8E1F2AC6BA}" type="sibTrans" cxnId="{4AAD3387-DC3A-4739-A303-88E5F08F58BA}">
      <dgm:prSet/>
      <dgm:spPr/>
      <dgm:t>
        <a:bodyPr/>
        <a:lstStyle/>
        <a:p>
          <a:endParaRPr lang="ro-RO"/>
        </a:p>
      </dgm:t>
    </dgm:pt>
    <dgm:pt modelId="{B53A9CF1-E24E-4B25-827F-C1251C2CFC3D}">
      <dgm:prSet custT="1"/>
      <dgm:spPr/>
      <dgm:t>
        <a:bodyPr/>
        <a:lstStyle/>
        <a:p>
          <a:r>
            <a:rPr lang="ro-RO" sz="3400" b="0" dirty="0">
              <a:latin typeface="Segoe UI" panose="020B0502040204020203" pitchFamily="34" charset="0"/>
              <a:cs typeface="Segoe UI" panose="020B0502040204020203" pitchFamily="34" charset="0"/>
            </a:rPr>
            <a:t>Schema </a:t>
          </a:r>
          <a:r>
            <a:rPr lang="en-US" sz="3400" b="0" dirty="0">
              <a:latin typeface="Segoe UI" panose="020B0502040204020203" pitchFamily="34" charset="0"/>
              <a:cs typeface="Segoe UI" panose="020B0502040204020203" pitchFamily="34" charset="0"/>
            </a:rPr>
            <a:t>Schnorr</a:t>
          </a:r>
          <a:r>
            <a:rPr lang="ro-RO" sz="3400" b="0" dirty="0">
              <a:latin typeface="Segoe UI" panose="020B0502040204020203" pitchFamily="34" charset="0"/>
              <a:cs typeface="Segoe UI" panose="020B0502040204020203" pitchFamily="34" charset="0"/>
            </a:rPr>
            <a:t> interactiva</a:t>
          </a:r>
          <a:endParaRPr lang="en-US" sz="34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7DE5889E-882D-45BE-AE0D-DFCCBF6ECA8F}" type="parTrans" cxnId="{EE868888-CD02-443A-9A03-CC3CAEB62695}">
      <dgm:prSet/>
      <dgm:spPr/>
      <dgm:t>
        <a:bodyPr/>
        <a:lstStyle/>
        <a:p>
          <a:endParaRPr lang="ro-RO"/>
        </a:p>
      </dgm:t>
    </dgm:pt>
    <dgm:pt modelId="{6517CEB6-67A5-4337-A7AE-6D7B1424C1B9}" type="sibTrans" cxnId="{EE868888-CD02-443A-9A03-CC3CAEB62695}">
      <dgm:prSet/>
      <dgm:spPr/>
      <dgm:t>
        <a:bodyPr/>
        <a:lstStyle/>
        <a:p>
          <a:endParaRPr lang="ro-RO"/>
        </a:p>
      </dgm:t>
    </dgm:pt>
    <dgm:pt modelId="{C71BD923-6004-41EA-99F0-96E34D189658}" type="pres">
      <dgm:prSet presAssocID="{E63BB8D6-27BC-4CD0-978C-8090523D0705}" presName="vert0" presStyleCnt="0">
        <dgm:presLayoutVars>
          <dgm:dir/>
          <dgm:animOne val="branch"/>
          <dgm:animLvl val="lvl"/>
        </dgm:presLayoutVars>
      </dgm:prSet>
      <dgm:spPr/>
    </dgm:pt>
    <dgm:pt modelId="{A7A7D111-7312-4FF1-90D0-A5A302055B02}" type="pres">
      <dgm:prSet presAssocID="{DCB301B6-A1CC-4E04-931E-2CAECBDF93BF}" presName="thickLine" presStyleLbl="alignNode1" presStyleIdx="0" presStyleCnt="8"/>
      <dgm:spPr/>
    </dgm:pt>
    <dgm:pt modelId="{095401FA-B62A-4221-81C4-A775C041D3E5}" type="pres">
      <dgm:prSet presAssocID="{DCB301B6-A1CC-4E04-931E-2CAECBDF93BF}" presName="horz1" presStyleCnt="0"/>
      <dgm:spPr/>
    </dgm:pt>
    <dgm:pt modelId="{23FF3258-61C4-4868-8061-476911F0F613}" type="pres">
      <dgm:prSet presAssocID="{DCB301B6-A1CC-4E04-931E-2CAECBDF93BF}" presName="tx1" presStyleLbl="revTx" presStyleIdx="0" presStyleCnt="8"/>
      <dgm:spPr/>
    </dgm:pt>
    <dgm:pt modelId="{71E8AA07-5E9E-4E0E-B3A1-24CCAA6F26BF}" type="pres">
      <dgm:prSet presAssocID="{DCB301B6-A1CC-4E04-931E-2CAECBDF93BF}" presName="vert1" presStyleCnt="0"/>
      <dgm:spPr/>
    </dgm:pt>
    <dgm:pt modelId="{D6F322F4-78C7-4AC1-BD06-2240BE727109}" type="pres">
      <dgm:prSet presAssocID="{FFB776E6-23F7-4E85-9B3F-BAD987A2B497}" presName="thickLine" presStyleLbl="alignNode1" presStyleIdx="1" presStyleCnt="8"/>
      <dgm:spPr/>
    </dgm:pt>
    <dgm:pt modelId="{8466E06B-DDB5-4ED7-8A4D-9BA994AAF30D}" type="pres">
      <dgm:prSet presAssocID="{FFB776E6-23F7-4E85-9B3F-BAD987A2B497}" presName="horz1" presStyleCnt="0"/>
      <dgm:spPr/>
    </dgm:pt>
    <dgm:pt modelId="{BF05A64E-5684-4BCC-9BB3-559046A67930}" type="pres">
      <dgm:prSet presAssocID="{FFB776E6-23F7-4E85-9B3F-BAD987A2B497}" presName="tx1" presStyleLbl="revTx" presStyleIdx="1" presStyleCnt="8"/>
      <dgm:spPr/>
    </dgm:pt>
    <dgm:pt modelId="{2212CC0B-24DE-4349-874E-7D4009641B56}" type="pres">
      <dgm:prSet presAssocID="{FFB776E6-23F7-4E85-9B3F-BAD987A2B497}" presName="vert1" presStyleCnt="0"/>
      <dgm:spPr/>
    </dgm:pt>
    <dgm:pt modelId="{29966794-10E0-4AA1-80B2-81E9C8B802AA}" type="pres">
      <dgm:prSet presAssocID="{E899FDE9-8023-4C52-8C9F-5F0317A1A3C0}" presName="thickLine" presStyleLbl="alignNode1" presStyleIdx="2" presStyleCnt="8"/>
      <dgm:spPr/>
    </dgm:pt>
    <dgm:pt modelId="{8FEB853A-B3B6-45C7-A4F1-3B3DCA381117}" type="pres">
      <dgm:prSet presAssocID="{E899FDE9-8023-4C52-8C9F-5F0317A1A3C0}" presName="horz1" presStyleCnt="0"/>
      <dgm:spPr/>
    </dgm:pt>
    <dgm:pt modelId="{F97AA83C-E7E0-416C-973A-C9B90077CEC1}" type="pres">
      <dgm:prSet presAssocID="{E899FDE9-8023-4C52-8C9F-5F0317A1A3C0}" presName="tx1" presStyleLbl="revTx" presStyleIdx="2" presStyleCnt="8"/>
      <dgm:spPr/>
    </dgm:pt>
    <dgm:pt modelId="{293E329F-A54A-4403-A4E8-35E472C6B156}" type="pres">
      <dgm:prSet presAssocID="{E899FDE9-8023-4C52-8C9F-5F0317A1A3C0}" presName="vert1" presStyleCnt="0"/>
      <dgm:spPr/>
    </dgm:pt>
    <dgm:pt modelId="{80D8D5A4-B595-4A87-BFC5-B13A15CF4E83}" type="pres">
      <dgm:prSet presAssocID="{B53A9CF1-E24E-4B25-827F-C1251C2CFC3D}" presName="thickLine" presStyleLbl="alignNode1" presStyleIdx="3" presStyleCnt="8"/>
      <dgm:spPr/>
    </dgm:pt>
    <dgm:pt modelId="{6ED62D2D-7F11-4A2E-B5E0-20E215891721}" type="pres">
      <dgm:prSet presAssocID="{B53A9CF1-E24E-4B25-827F-C1251C2CFC3D}" presName="horz1" presStyleCnt="0"/>
      <dgm:spPr/>
    </dgm:pt>
    <dgm:pt modelId="{213E0E29-8346-490A-AA7C-3E960918E73B}" type="pres">
      <dgm:prSet presAssocID="{B53A9CF1-E24E-4B25-827F-C1251C2CFC3D}" presName="tx1" presStyleLbl="revTx" presStyleIdx="3" presStyleCnt="8"/>
      <dgm:spPr/>
    </dgm:pt>
    <dgm:pt modelId="{0AFE87F3-B6E6-492C-9055-5EEFA050732D}" type="pres">
      <dgm:prSet presAssocID="{B53A9CF1-E24E-4B25-827F-C1251C2CFC3D}" presName="vert1" presStyleCnt="0"/>
      <dgm:spPr/>
    </dgm:pt>
    <dgm:pt modelId="{2D278BD5-264D-44A7-9058-97C2848A1A4E}" type="pres">
      <dgm:prSet presAssocID="{3047A93B-1B86-4D68-8011-B3DC50BD44D3}" presName="thickLine" presStyleLbl="alignNode1" presStyleIdx="4" presStyleCnt="8"/>
      <dgm:spPr/>
    </dgm:pt>
    <dgm:pt modelId="{6C8212A7-3EDC-4748-85A3-AE07F2D36678}" type="pres">
      <dgm:prSet presAssocID="{3047A93B-1B86-4D68-8011-B3DC50BD44D3}" presName="horz1" presStyleCnt="0"/>
      <dgm:spPr/>
    </dgm:pt>
    <dgm:pt modelId="{7CD43AEC-AE41-45C3-9DCD-7D23CFFA63EC}" type="pres">
      <dgm:prSet presAssocID="{3047A93B-1B86-4D68-8011-B3DC50BD44D3}" presName="tx1" presStyleLbl="revTx" presStyleIdx="4" presStyleCnt="8"/>
      <dgm:spPr/>
    </dgm:pt>
    <dgm:pt modelId="{58B2B29E-F313-4C4C-83FC-BC3E7D7FBBD5}" type="pres">
      <dgm:prSet presAssocID="{3047A93B-1B86-4D68-8011-B3DC50BD44D3}" presName="vert1" presStyleCnt="0"/>
      <dgm:spPr/>
    </dgm:pt>
    <dgm:pt modelId="{312C5543-FB1D-4BA3-BFDC-D97216303EB2}" type="pres">
      <dgm:prSet presAssocID="{A497C743-4700-4D44-9FF1-1BBBF2C4C1D5}" presName="thickLine" presStyleLbl="alignNode1" presStyleIdx="5" presStyleCnt="8"/>
      <dgm:spPr/>
    </dgm:pt>
    <dgm:pt modelId="{EB06F142-7977-4CC5-AC2E-2FA83E628AFC}" type="pres">
      <dgm:prSet presAssocID="{A497C743-4700-4D44-9FF1-1BBBF2C4C1D5}" presName="horz1" presStyleCnt="0"/>
      <dgm:spPr/>
    </dgm:pt>
    <dgm:pt modelId="{93660068-CD76-4C56-9900-C56998D89469}" type="pres">
      <dgm:prSet presAssocID="{A497C743-4700-4D44-9FF1-1BBBF2C4C1D5}" presName="tx1" presStyleLbl="revTx" presStyleIdx="5" presStyleCnt="8"/>
      <dgm:spPr/>
    </dgm:pt>
    <dgm:pt modelId="{FE216362-F2D1-4BD1-AAB8-A789F73F4FD0}" type="pres">
      <dgm:prSet presAssocID="{A497C743-4700-4D44-9FF1-1BBBF2C4C1D5}" presName="vert1" presStyleCnt="0"/>
      <dgm:spPr/>
    </dgm:pt>
    <dgm:pt modelId="{7AB99CC0-51C0-4483-85AC-3059D5EF841C}" type="pres">
      <dgm:prSet presAssocID="{4D04C002-FD7C-42C7-A1C4-449E53FA6304}" presName="thickLine" presStyleLbl="alignNode1" presStyleIdx="6" presStyleCnt="8"/>
      <dgm:spPr/>
    </dgm:pt>
    <dgm:pt modelId="{62B7C738-E260-440A-8002-A32418E1EC5B}" type="pres">
      <dgm:prSet presAssocID="{4D04C002-FD7C-42C7-A1C4-449E53FA6304}" presName="horz1" presStyleCnt="0"/>
      <dgm:spPr/>
    </dgm:pt>
    <dgm:pt modelId="{B0306898-844E-41ED-A58A-D2AA898F0110}" type="pres">
      <dgm:prSet presAssocID="{4D04C002-FD7C-42C7-A1C4-449E53FA6304}" presName="tx1" presStyleLbl="revTx" presStyleIdx="6" presStyleCnt="8"/>
      <dgm:spPr/>
    </dgm:pt>
    <dgm:pt modelId="{3FBA7C3C-E07F-4406-9003-739561A49FB3}" type="pres">
      <dgm:prSet presAssocID="{4D04C002-FD7C-42C7-A1C4-449E53FA6304}" presName="vert1" presStyleCnt="0"/>
      <dgm:spPr/>
    </dgm:pt>
    <dgm:pt modelId="{9DAEC4B7-B31B-4213-A64B-E8D32906A0A1}" type="pres">
      <dgm:prSet presAssocID="{57164BAC-3121-4D82-AC4D-99AF2CE6FCF8}" presName="thickLine" presStyleLbl="alignNode1" presStyleIdx="7" presStyleCnt="8"/>
      <dgm:spPr/>
    </dgm:pt>
    <dgm:pt modelId="{A041E22C-AE10-46C3-8671-353C5B8893F0}" type="pres">
      <dgm:prSet presAssocID="{57164BAC-3121-4D82-AC4D-99AF2CE6FCF8}" presName="horz1" presStyleCnt="0"/>
      <dgm:spPr/>
    </dgm:pt>
    <dgm:pt modelId="{5DD4EEAF-965B-43EB-9AB6-10A7DD397D93}" type="pres">
      <dgm:prSet presAssocID="{57164BAC-3121-4D82-AC4D-99AF2CE6FCF8}" presName="tx1" presStyleLbl="revTx" presStyleIdx="7" presStyleCnt="8"/>
      <dgm:spPr/>
    </dgm:pt>
    <dgm:pt modelId="{D6871868-2DDD-4F44-A2D4-A00DADC4B44C}" type="pres">
      <dgm:prSet presAssocID="{57164BAC-3121-4D82-AC4D-99AF2CE6FCF8}" presName="vert1" presStyleCnt="0"/>
      <dgm:spPr/>
    </dgm:pt>
  </dgm:ptLst>
  <dgm:cxnLst>
    <dgm:cxn modelId="{2039271B-4B8A-4875-8465-A633823A4E6E}" srcId="{E63BB8D6-27BC-4CD0-978C-8090523D0705}" destId="{FFB776E6-23F7-4E85-9B3F-BAD987A2B497}" srcOrd="1" destOrd="0" parTransId="{3082F0D9-2BB2-46E7-A418-458C1C3EAAEB}" sibTransId="{409834EE-169C-4C59-B1A9-A63DFF462395}"/>
    <dgm:cxn modelId="{DAFB951C-260B-4225-85A8-F3A7829ECF62}" type="presOf" srcId="{A497C743-4700-4D44-9FF1-1BBBF2C4C1D5}" destId="{93660068-CD76-4C56-9900-C56998D89469}" srcOrd="0" destOrd="0" presId="urn:microsoft.com/office/officeart/2008/layout/LinedList"/>
    <dgm:cxn modelId="{0DA4F71E-959A-424D-B27B-92784029048A}" type="presOf" srcId="{FFB776E6-23F7-4E85-9B3F-BAD987A2B497}" destId="{BF05A64E-5684-4BCC-9BB3-559046A67930}" srcOrd="0" destOrd="0" presId="urn:microsoft.com/office/officeart/2008/layout/LinedList"/>
    <dgm:cxn modelId="{2D720D27-4DEA-437C-8EB5-49FB3E25A81C}" srcId="{E63BB8D6-27BC-4CD0-978C-8090523D0705}" destId="{E899FDE9-8023-4C52-8C9F-5F0317A1A3C0}" srcOrd="2" destOrd="0" parTransId="{0946872C-DE66-47EF-98B7-31F770ABDAD5}" sibTransId="{0C2B48A1-EFF8-4EF2-B762-5D6368039629}"/>
    <dgm:cxn modelId="{F048A637-4897-4920-9F41-D58B6B60C7CF}" srcId="{E63BB8D6-27BC-4CD0-978C-8090523D0705}" destId="{DCB301B6-A1CC-4E04-931E-2CAECBDF93BF}" srcOrd="0" destOrd="0" parTransId="{C179F3CE-E489-4C1C-86D0-B0218C2C182C}" sibTransId="{22379FF5-8661-4E61-B250-DF4A76537C51}"/>
    <dgm:cxn modelId="{9C121D67-496A-491B-B169-5890510E0D3B}" type="presOf" srcId="{E899FDE9-8023-4C52-8C9F-5F0317A1A3C0}" destId="{F97AA83C-E7E0-416C-973A-C9B90077CEC1}" srcOrd="0" destOrd="0" presId="urn:microsoft.com/office/officeart/2008/layout/LinedList"/>
    <dgm:cxn modelId="{B494A953-EE28-41C8-A01F-0735B6622ED1}" srcId="{E63BB8D6-27BC-4CD0-978C-8090523D0705}" destId="{3047A93B-1B86-4D68-8011-B3DC50BD44D3}" srcOrd="4" destOrd="0" parTransId="{D2512F0C-91D8-40BF-A285-05C398EF3CF3}" sibTransId="{BE6B2831-1CF5-4741-A01D-92BF807DB945}"/>
    <dgm:cxn modelId="{2F35BB54-3D98-458F-B9B0-5CA2C4D648C4}" type="presOf" srcId="{3047A93B-1B86-4D68-8011-B3DC50BD44D3}" destId="{7CD43AEC-AE41-45C3-9DCD-7D23CFFA63EC}" srcOrd="0" destOrd="0" presId="urn:microsoft.com/office/officeart/2008/layout/LinedList"/>
    <dgm:cxn modelId="{4AAD3387-DC3A-4739-A303-88E5F08F58BA}" srcId="{E63BB8D6-27BC-4CD0-978C-8090523D0705}" destId="{A497C743-4700-4D44-9FF1-1BBBF2C4C1D5}" srcOrd="5" destOrd="0" parTransId="{A0BEFE36-EBED-488D-8416-23BFDE9CD192}" sibTransId="{0E8E7E2E-A1CC-43F4-8FD1-5C8E1F2AC6BA}"/>
    <dgm:cxn modelId="{EE868888-CD02-443A-9A03-CC3CAEB62695}" srcId="{E63BB8D6-27BC-4CD0-978C-8090523D0705}" destId="{B53A9CF1-E24E-4B25-827F-C1251C2CFC3D}" srcOrd="3" destOrd="0" parTransId="{7DE5889E-882D-45BE-AE0D-DFCCBF6ECA8F}" sibTransId="{6517CEB6-67A5-4337-A7AE-6D7B1424C1B9}"/>
    <dgm:cxn modelId="{3AFC218D-9B47-407C-A7F4-866BEB639E2A}" type="presOf" srcId="{57164BAC-3121-4D82-AC4D-99AF2CE6FCF8}" destId="{5DD4EEAF-965B-43EB-9AB6-10A7DD397D93}" srcOrd="0" destOrd="0" presId="urn:microsoft.com/office/officeart/2008/layout/LinedList"/>
    <dgm:cxn modelId="{E06FD092-BB9E-459F-82D3-A2918268633E}" type="presOf" srcId="{4D04C002-FD7C-42C7-A1C4-449E53FA6304}" destId="{B0306898-844E-41ED-A58A-D2AA898F0110}" srcOrd="0" destOrd="0" presId="urn:microsoft.com/office/officeart/2008/layout/LinedList"/>
    <dgm:cxn modelId="{12E21CA6-BBBB-4A82-A078-176289E2B8B7}" srcId="{E63BB8D6-27BC-4CD0-978C-8090523D0705}" destId="{4D04C002-FD7C-42C7-A1C4-449E53FA6304}" srcOrd="6" destOrd="0" parTransId="{81B1D53F-D5AC-4EB2-87E1-E8FF0C8FD195}" sibTransId="{C5B67004-81C7-4159-9B67-4A339C5DFFCF}"/>
    <dgm:cxn modelId="{C32912C2-3C46-4F22-8174-08DBA902E60D}" type="presOf" srcId="{DCB301B6-A1CC-4E04-931E-2CAECBDF93BF}" destId="{23FF3258-61C4-4868-8061-476911F0F613}" srcOrd="0" destOrd="0" presId="urn:microsoft.com/office/officeart/2008/layout/LinedList"/>
    <dgm:cxn modelId="{C577A5C8-646E-4A9E-A054-E9F8A0342FE4}" type="presOf" srcId="{B53A9CF1-E24E-4B25-827F-C1251C2CFC3D}" destId="{213E0E29-8346-490A-AA7C-3E960918E73B}" srcOrd="0" destOrd="0" presId="urn:microsoft.com/office/officeart/2008/layout/LinedList"/>
    <dgm:cxn modelId="{935024E5-72D8-4381-AED6-F19D318DD4A3}" srcId="{E63BB8D6-27BC-4CD0-978C-8090523D0705}" destId="{57164BAC-3121-4D82-AC4D-99AF2CE6FCF8}" srcOrd="7" destOrd="0" parTransId="{90A8B2BC-AB16-4249-BFAC-50651AA9048A}" sibTransId="{0A57040C-F435-4F43-BE94-CFF09E98B20F}"/>
    <dgm:cxn modelId="{7CA714F9-144E-4C33-BAA4-83092E2352C2}" type="presOf" srcId="{E63BB8D6-27BC-4CD0-978C-8090523D0705}" destId="{C71BD923-6004-41EA-99F0-96E34D189658}" srcOrd="0" destOrd="0" presId="urn:microsoft.com/office/officeart/2008/layout/LinedList"/>
    <dgm:cxn modelId="{9375F6DB-0B1C-480E-B0AB-AFD28DC1C9E5}" type="presParOf" srcId="{C71BD923-6004-41EA-99F0-96E34D189658}" destId="{A7A7D111-7312-4FF1-90D0-A5A302055B02}" srcOrd="0" destOrd="0" presId="urn:microsoft.com/office/officeart/2008/layout/LinedList"/>
    <dgm:cxn modelId="{B31792FC-87C6-4C44-BC8B-C00F3E88F443}" type="presParOf" srcId="{C71BD923-6004-41EA-99F0-96E34D189658}" destId="{095401FA-B62A-4221-81C4-A775C041D3E5}" srcOrd="1" destOrd="0" presId="urn:microsoft.com/office/officeart/2008/layout/LinedList"/>
    <dgm:cxn modelId="{EE51D69B-A3B2-42DA-8D2D-EF3E36F63DFC}" type="presParOf" srcId="{095401FA-B62A-4221-81C4-A775C041D3E5}" destId="{23FF3258-61C4-4868-8061-476911F0F613}" srcOrd="0" destOrd="0" presId="urn:microsoft.com/office/officeart/2008/layout/LinedList"/>
    <dgm:cxn modelId="{3B343715-6473-4C79-886F-8E873B48016C}" type="presParOf" srcId="{095401FA-B62A-4221-81C4-A775C041D3E5}" destId="{71E8AA07-5E9E-4E0E-B3A1-24CCAA6F26BF}" srcOrd="1" destOrd="0" presId="urn:microsoft.com/office/officeart/2008/layout/LinedList"/>
    <dgm:cxn modelId="{15AA08D2-7E5C-4C9E-A2AC-21B5D1BC684F}" type="presParOf" srcId="{C71BD923-6004-41EA-99F0-96E34D189658}" destId="{D6F322F4-78C7-4AC1-BD06-2240BE727109}" srcOrd="2" destOrd="0" presId="urn:microsoft.com/office/officeart/2008/layout/LinedList"/>
    <dgm:cxn modelId="{87FF9796-5E86-4839-A959-5F7E5D1D658A}" type="presParOf" srcId="{C71BD923-6004-41EA-99F0-96E34D189658}" destId="{8466E06B-DDB5-4ED7-8A4D-9BA994AAF30D}" srcOrd="3" destOrd="0" presId="urn:microsoft.com/office/officeart/2008/layout/LinedList"/>
    <dgm:cxn modelId="{5F7A70C7-8052-42DE-BC12-96B6C90B4729}" type="presParOf" srcId="{8466E06B-DDB5-4ED7-8A4D-9BA994AAF30D}" destId="{BF05A64E-5684-4BCC-9BB3-559046A67930}" srcOrd="0" destOrd="0" presId="urn:microsoft.com/office/officeart/2008/layout/LinedList"/>
    <dgm:cxn modelId="{44C38AE6-72AC-4926-97B9-B6AF393DCD85}" type="presParOf" srcId="{8466E06B-DDB5-4ED7-8A4D-9BA994AAF30D}" destId="{2212CC0B-24DE-4349-874E-7D4009641B56}" srcOrd="1" destOrd="0" presId="urn:microsoft.com/office/officeart/2008/layout/LinedList"/>
    <dgm:cxn modelId="{4CB3DB51-98DC-4FE9-82FE-D5C0F673F861}" type="presParOf" srcId="{C71BD923-6004-41EA-99F0-96E34D189658}" destId="{29966794-10E0-4AA1-80B2-81E9C8B802AA}" srcOrd="4" destOrd="0" presId="urn:microsoft.com/office/officeart/2008/layout/LinedList"/>
    <dgm:cxn modelId="{FEFA90F9-6EE2-43F0-B5BC-CF8912ECF3BD}" type="presParOf" srcId="{C71BD923-6004-41EA-99F0-96E34D189658}" destId="{8FEB853A-B3B6-45C7-A4F1-3B3DCA381117}" srcOrd="5" destOrd="0" presId="urn:microsoft.com/office/officeart/2008/layout/LinedList"/>
    <dgm:cxn modelId="{ED9FAF7A-1654-47DF-AB60-4ACD3F2FFA4B}" type="presParOf" srcId="{8FEB853A-B3B6-45C7-A4F1-3B3DCA381117}" destId="{F97AA83C-E7E0-416C-973A-C9B90077CEC1}" srcOrd="0" destOrd="0" presId="urn:microsoft.com/office/officeart/2008/layout/LinedList"/>
    <dgm:cxn modelId="{60C782C2-9768-4B12-A44D-9CD9DEDC2FC3}" type="presParOf" srcId="{8FEB853A-B3B6-45C7-A4F1-3B3DCA381117}" destId="{293E329F-A54A-4403-A4E8-35E472C6B156}" srcOrd="1" destOrd="0" presId="urn:microsoft.com/office/officeart/2008/layout/LinedList"/>
    <dgm:cxn modelId="{BD1501B6-B5E1-43A4-AB25-B70483DBCF99}" type="presParOf" srcId="{C71BD923-6004-41EA-99F0-96E34D189658}" destId="{80D8D5A4-B595-4A87-BFC5-B13A15CF4E83}" srcOrd="6" destOrd="0" presId="urn:microsoft.com/office/officeart/2008/layout/LinedList"/>
    <dgm:cxn modelId="{26A77DE4-ACBA-416E-A797-ACE1E5A404A1}" type="presParOf" srcId="{C71BD923-6004-41EA-99F0-96E34D189658}" destId="{6ED62D2D-7F11-4A2E-B5E0-20E215891721}" srcOrd="7" destOrd="0" presId="urn:microsoft.com/office/officeart/2008/layout/LinedList"/>
    <dgm:cxn modelId="{77D69B80-3DA1-4CE0-9691-123DB265A9BF}" type="presParOf" srcId="{6ED62D2D-7F11-4A2E-B5E0-20E215891721}" destId="{213E0E29-8346-490A-AA7C-3E960918E73B}" srcOrd="0" destOrd="0" presId="urn:microsoft.com/office/officeart/2008/layout/LinedList"/>
    <dgm:cxn modelId="{C31F9E43-4B21-400F-8E77-ADC4B0432FAF}" type="presParOf" srcId="{6ED62D2D-7F11-4A2E-B5E0-20E215891721}" destId="{0AFE87F3-B6E6-492C-9055-5EEFA050732D}" srcOrd="1" destOrd="0" presId="urn:microsoft.com/office/officeart/2008/layout/LinedList"/>
    <dgm:cxn modelId="{59AE561E-2D65-4D6B-BC4D-390F057F0A00}" type="presParOf" srcId="{C71BD923-6004-41EA-99F0-96E34D189658}" destId="{2D278BD5-264D-44A7-9058-97C2848A1A4E}" srcOrd="8" destOrd="0" presId="urn:microsoft.com/office/officeart/2008/layout/LinedList"/>
    <dgm:cxn modelId="{32D4CABD-66BE-4602-A568-A6CC1F76D1C0}" type="presParOf" srcId="{C71BD923-6004-41EA-99F0-96E34D189658}" destId="{6C8212A7-3EDC-4748-85A3-AE07F2D36678}" srcOrd="9" destOrd="0" presId="urn:microsoft.com/office/officeart/2008/layout/LinedList"/>
    <dgm:cxn modelId="{829E3A6D-3A92-4993-A29B-4D34190BEB3A}" type="presParOf" srcId="{6C8212A7-3EDC-4748-85A3-AE07F2D36678}" destId="{7CD43AEC-AE41-45C3-9DCD-7D23CFFA63EC}" srcOrd="0" destOrd="0" presId="urn:microsoft.com/office/officeart/2008/layout/LinedList"/>
    <dgm:cxn modelId="{B66A8215-4F17-45F9-B1FD-9883084D27F1}" type="presParOf" srcId="{6C8212A7-3EDC-4748-85A3-AE07F2D36678}" destId="{58B2B29E-F313-4C4C-83FC-BC3E7D7FBBD5}" srcOrd="1" destOrd="0" presId="urn:microsoft.com/office/officeart/2008/layout/LinedList"/>
    <dgm:cxn modelId="{5F4072C0-3BD4-4423-967B-59B92134B54C}" type="presParOf" srcId="{C71BD923-6004-41EA-99F0-96E34D189658}" destId="{312C5543-FB1D-4BA3-BFDC-D97216303EB2}" srcOrd="10" destOrd="0" presId="urn:microsoft.com/office/officeart/2008/layout/LinedList"/>
    <dgm:cxn modelId="{ABEC3898-D4F6-4E78-A96E-BA5BB78700DF}" type="presParOf" srcId="{C71BD923-6004-41EA-99F0-96E34D189658}" destId="{EB06F142-7977-4CC5-AC2E-2FA83E628AFC}" srcOrd="11" destOrd="0" presId="urn:microsoft.com/office/officeart/2008/layout/LinedList"/>
    <dgm:cxn modelId="{8251648D-9C61-4A4A-A96B-7BD835AB353B}" type="presParOf" srcId="{EB06F142-7977-4CC5-AC2E-2FA83E628AFC}" destId="{93660068-CD76-4C56-9900-C56998D89469}" srcOrd="0" destOrd="0" presId="urn:microsoft.com/office/officeart/2008/layout/LinedList"/>
    <dgm:cxn modelId="{0AAC823E-35F1-48B0-9272-9C75FED9955C}" type="presParOf" srcId="{EB06F142-7977-4CC5-AC2E-2FA83E628AFC}" destId="{FE216362-F2D1-4BD1-AAB8-A789F73F4FD0}" srcOrd="1" destOrd="0" presId="urn:microsoft.com/office/officeart/2008/layout/LinedList"/>
    <dgm:cxn modelId="{06231A0C-6741-46BF-9C71-FBEECB7CC7D4}" type="presParOf" srcId="{C71BD923-6004-41EA-99F0-96E34D189658}" destId="{7AB99CC0-51C0-4483-85AC-3059D5EF841C}" srcOrd="12" destOrd="0" presId="urn:microsoft.com/office/officeart/2008/layout/LinedList"/>
    <dgm:cxn modelId="{850011FD-25F0-49CC-B52E-B88AE21B92AA}" type="presParOf" srcId="{C71BD923-6004-41EA-99F0-96E34D189658}" destId="{62B7C738-E260-440A-8002-A32418E1EC5B}" srcOrd="13" destOrd="0" presId="urn:microsoft.com/office/officeart/2008/layout/LinedList"/>
    <dgm:cxn modelId="{65DCE12C-BD71-4362-A218-E9B300A559FE}" type="presParOf" srcId="{62B7C738-E260-440A-8002-A32418E1EC5B}" destId="{B0306898-844E-41ED-A58A-D2AA898F0110}" srcOrd="0" destOrd="0" presId="urn:microsoft.com/office/officeart/2008/layout/LinedList"/>
    <dgm:cxn modelId="{E545CD3A-B396-4FEA-BDAF-94F8FAB4BB29}" type="presParOf" srcId="{62B7C738-E260-440A-8002-A32418E1EC5B}" destId="{3FBA7C3C-E07F-4406-9003-739561A49FB3}" srcOrd="1" destOrd="0" presId="urn:microsoft.com/office/officeart/2008/layout/LinedList"/>
    <dgm:cxn modelId="{BB5399DA-A1CC-48C2-9F3C-03085620B11D}" type="presParOf" srcId="{C71BD923-6004-41EA-99F0-96E34D189658}" destId="{9DAEC4B7-B31B-4213-A64B-E8D32906A0A1}" srcOrd="14" destOrd="0" presId="urn:microsoft.com/office/officeart/2008/layout/LinedList"/>
    <dgm:cxn modelId="{AEBF2684-7512-4D5B-A010-B888827FC053}" type="presParOf" srcId="{C71BD923-6004-41EA-99F0-96E34D189658}" destId="{A041E22C-AE10-46C3-8671-353C5B8893F0}" srcOrd="15" destOrd="0" presId="urn:microsoft.com/office/officeart/2008/layout/LinedList"/>
    <dgm:cxn modelId="{5EDC21C1-23CC-4600-9B04-E45FF20D545D}" type="presParOf" srcId="{A041E22C-AE10-46C3-8671-353C5B8893F0}" destId="{5DD4EEAF-965B-43EB-9AB6-10A7DD397D93}" srcOrd="0" destOrd="0" presId="urn:microsoft.com/office/officeart/2008/layout/LinedList"/>
    <dgm:cxn modelId="{69BDE853-8D9B-48BC-A551-6B5BFFA9643D}" type="presParOf" srcId="{A041E22C-AE10-46C3-8671-353C5B8893F0}" destId="{D6871868-2DDD-4F44-A2D4-A00DADC4B44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A7D111-7312-4FF1-90D0-A5A302055B02}">
      <dsp:nvSpPr>
        <dsp:cNvPr id="0" name=""/>
        <dsp:cNvSpPr/>
      </dsp:nvSpPr>
      <dsp:spPr>
        <a:xfrm>
          <a:off x="0" y="0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F3258-61C4-4868-8061-476911F0F613}">
      <dsp:nvSpPr>
        <dsp:cNvPr id="0" name=""/>
        <dsp:cNvSpPr/>
      </dsp:nvSpPr>
      <dsp:spPr>
        <a:xfrm>
          <a:off x="0" y="0"/>
          <a:ext cx="6900512" cy="692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kern="1200" dirty="0" err="1">
              <a:latin typeface="Segoe UI" panose="020B0502040204020203" pitchFamily="34" charset="0"/>
              <a:cs typeface="Segoe UI" panose="020B0502040204020203" pitchFamily="34" charset="0"/>
            </a:rPr>
            <a:t>Introducere</a:t>
          </a:r>
          <a:endParaRPr lang="en-US" sz="34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0"/>
        <a:ext cx="6900512" cy="692017"/>
      </dsp:txXfrm>
    </dsp:sp>
    <dsp:sp modelId="{D6F322F4-78C7-4AC1-BD06-2240BE727109}">
      <dsp:nvSpPr>
        <dsp:cNvPr id="0" name=""/>
        <dsp:cNvSpPr/>
      </dsp:nvSpPr>
      <dsp:spPr>
        <a:xfrm>
          <a:off x="0" y="692017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5714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5714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05A64E-5684-4BCC-9BB3-559046A67930}">
      <dsp:nvSpPr>
        <dsp:cNvPr id="0" name=""/>
        <dsp:cNvSpPr/>
      </dsp:nvSpPr>
      <dsp:spPr>
        <a:xfrm>
          <a:off x="0" y="692017"/>
          <a:ext cx="6900512" cy="692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400" b="0" kern="1200" dirty="0">
              <a:latin typeface="Segoe UI" panose="020B0502040204020203" pitchFamily="34" charset="0"/>
              <a:cs typeface="Segoe UI" panose="020B0502040204020203" pitchFamily="34" charset="0"/>
            </a:rPr>
            <a:t>Tehnologii</a:t>
          </a:r>
          <a:endParaRPr lang="en-US" sz="34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692017"/>
        <a:ext cx="6900512" cy="692017"/>
      </dsp:txXfrm>
    </dsp:sp>
    <dsp:sp modelId="{29966794-10E0-4AA1-80B2-81E9C8B802AA}">
      <dsp:nvSpPr>
        <dsp:cNvPr id="0" name=""/>
        <dsp:cNvSpPr/>
      </dsp:nvSpPr>
      <dsp:spPr>
        <a:xfrm>
          <a:off x="0" y="1384035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11429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11429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AA83C-E7E0-416C-973A-C9B90077CEC1}">
      <dsp:nvSpPr>
        <dsp:cNvPr id="0" name=""/>
        <dsp:cNvSpPr/>
      </dsp:nvSpPr>
      <dsp:spPr>
        <a:xfrm>
          <a:off x="0" y="1384035"/>
          <a:ext cx="6900512" cy="692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kern="1200" dirty="0">
              <a:latin typeface="Segoe UI" panose="020B0502040204020203" pitchFamily="34" charset="0"/>
              <a:cs typeface="Segoe UI" panose="020B0502040204020203" pitchFamily="34" charset="0"/>
            </a:rPr>
            <a:t>A</a:t>
          </a:r>
          <a:r>
            <a:rPr lang="ro-RO" sz="3400" b="0" kern="1200" dirty="0">
              <a:latin typeface="Segoe UI" panose="020B0502040204020203" pitchFamily="34" charset="0"/>
              <a:cs typeface="Segoe UI" panose="020B0502040204020203" pitchFamily="34" charset="0"/>
            </a:rPr>
            <a:t>r</a:t>
          </a:r>
          <a:r>
            <a:rPr lang="en-US" sz="3400" b="0" kern="1200" dirty="0" err="1">
              <a:latin typeface="Segoe UI" panose="020B0502040204020203" pitchFamily="34" charset="0"/>
              <a:cs typeface="Segoe UI" panose="020B0502040204020203" pitchFamily="34" charset="0"/>
            </a:rPr>
            <a:t>hitectur</a:t>
          </a:r>
          <a:r>
            <a:rPr lang="ro-RO" sz="3400" b="0" kern="1200" dirty="0">
              <a:latin typeface="Segoe UI" panose="020B0502040204020203" pitchFamily="34" charset="0"/>
              <a:cs typeface="Segoe UI" panose="020B0502040204020203" pitchFamily="34" charset="0"/>
            </a:rPr>
            <a:t>ă</a:t>
          </a:r>
          <a:endParaRPr lang="en-US" sz="34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1384035"/>
        <a:ext cx="6900512" cy="692017"/>
      </dsp:txXfrm>
    </dsp:sp>
    <dsp:sp modelId="{80D8D5A4-B595-4A87-BFC5-B13A15CF4E83}">
      <dsp:nvSpPr>
        <dsp:cNvPr id="0" name=""/>
        <dsp:cNvSpPr/>
      </dsp:nvSpPr>
      <dsp:spPr>
        <a:xfrm>
          <a:off x="0" y="2076052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17143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17143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E0E29-8346-490A-AA7C-3E960918E73B}">
      <dsp:nvSpPr>
        <dsp:cNvPr id="0" name=""/>
        <dsp:cNvSpPr/>
      </dsp:nvSpPr>
      <dsp:spPr>
        <a:xfrm>
          <a:off x="0" y="2076052"/>
          <a:ext cx="6900512" cy="692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400" b="0" kern="1200" dirty="0">
              <a:latin typeface="Segoe UI" panose="020B0502040204020203" pitchFamily="34" charset="0"/>
              <a:cs typeface="Segoe UI" panose="020B0502040204020203" pitchFamily="34" charset="0"/>
            </a:rPr>
            <a:t>Schema </a:t>
          </a:r>
          <a:r>
            <a:rPr lang="en-US" sz="3400" b="0" kern="1200" dirty="0">
              <a:latin typeface="Segoe UI" panose="020B0502040204020203" pitchFamily="34" charset="0"/>
              <a:cs typeface="Segoe UI" panose="020B0502040204020203" pitchFamily="34" charset="0"/>
            </a:rPr>
            <a:t>Schnorr</a:t>
          </a:r>
          <a:r>
            <a:rPr lang="ro-RO" sz="3400" b="0" kern="1200" dirty="0">
              <a:latin typeface="Segoe UI" panose="020B0502040204020203" pitchFamily="34" charset="0"/>
              <a:cs typeface="Segoe UI" panose="020B0502040204020203" pitchFamily="34" charset="0"/>
            </a:rPr>
            <a:t> interactiva</a:t>
          </a:r>
          <a:endParaRPr lang="en-US" sz="34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2076052"/>
        <a:ext cx="6900512" cy="692017"/>
      </dsp:txXfrm>
    </dsp:sp>
    <dsp:sp modelId="{2D278BD5-264D-44A7-9058-97C2848A1A4E}">
      <dsp:nvSpPr>
        <dsp:cNvPr id="0" name=""/>
        <dsp:cNvSpPr/>
      </dsp:nvSpPr>
      <dsp:spPr>
        <a:xfrm>
          <a:off x="0" y="2768070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2857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2857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D43AEC-AE41-45C3-9DCD-7D23CFFA63EC}">
      <dsp:nvSpPr>
        <dsp:cNvPr id="0" name=""/>
        <dsp:cNvSpPr/>
      </dsp:nvSpPr>
      <dsp:spPr>
        <a:xfrm>
          <a:off x="0" y="2768070"/>
          <a:ext cx="6900512" cy="692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Inregistrarea</a:t>
          </a:r>
          <a:r>
            <a:rPr lang="en-US" sz="34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&amp; </a:t>
          </a:r>
          <a:r>
            <a:rPr lang="en-US" sz="34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Autentificare</a:t>
          </a:r>
          <a:r>
            <a:rPr lang="en-US" sz="34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	</a:t>
          </a:r>
        </a:p>
      </dsp:txBody>
      <dsp:txXfrm>
        <a:off x="0" y="2768070"/>
        <a:ext cx="6900512" cy="692017"/>
      </dsp:txXfrm>
    </dsp:sp>
    <dsp:sp modelId="{312C5543-FB1D-4BA3-BFDC-D97216303EB2}">
      <dsp:nvSpPr>
        <dsp:cNvPr id="0" name=""/>
        <dsp:cNvSpPr/>
      </dsp:nvSpPr>
      <dsp:spPr>
        <a:xfrm>
          <a:off x="0" y="3460088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8571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8571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660068-CD76-4C56-9900-C56998D89469}">
      <dsp:nvSpPr>
        <dsp:cNvPr id="0" name=""/>
        <dsp:cNvSpPr/>
      </dsp:nvSpPr>
      <dsp:spPr>
        <a:xfrm>
          <a:off x="0" y="3460088"/>
          <a:ext cx="6900512" cy="692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Validare</a:t>
          </a:r>
          <a:r>
            <a:rPr lang="en-US" sz="34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4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si</a:t>
          </a:r>
          <a:r>
            <a:rPr lang="en-US" sz="34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4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rezultate</a:t>
          </a:r>
          <a:endParaRPr lang="en-US" sz="3400" b="0" kern="120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sp:txBody>
      <dsp:txXfrm>
        <a:off x="0" y="3460088"/>
        <a:ext cx="6900512" cy="692017"/>
      </dsp:txXfrm>
    </dsp:sp>
    <dsp:sp modelId="{7AB99CC0-51C0-4483-85AC-3059D5EF841C}">
      <dsp:nvSpPr>
        <dsp:cNvPr id="0" name=""/>
        <dsp:cNvSpPr/>
      </dsp:nvSpPr>
      <dsp:spPr>
        <a:xfrm>
          <a:off x="0" y="4152105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34286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34286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306898-844E-41ED-A58A-D2AA898F0110}">
      <dsp:nvSpPr>
        <dsp:cNvPr id="0" name=""/>
        <dsp:cNvSpPr/>
      </dsp:nvSpPr>
      <dsp:spPr>
        <a:xfrm>
          <a:off x="0" y="4152105"/>
          <a:ext cx="6900512" cy="692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kern="1200" dirty="0" err="1">
              <a:latin typeface="Segoe UI" panose="020B0502040204020203" pitchFamily="34" charset="0"/>
              <a:cs typeface="Segoe UI" panose="020B0502040204020203" pitchFamily="34" charset="0"/>
            </a:rPr>
            <a:t>Concluzii</a:t>
          </a:r>
          <a:endParaRPr lang="en-US" sz="34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4152105"/>
        <a:ext cx="6900512" cy="692017"/>
      </dsp:txXfrm>
    </dsp:sp>
    <dsp:sp modelId="{9DAEC4B7-B31B-4213-A64B-E8D32906A0A1}">
      <dsp:nvSpPr>
        <dsp:cNvPr id="0" name=""/>
        <dsp:cNvSpPr/>
      </dsp:nvSpPr>
      <dsp:spPr>
        <a:xfrm>
          <a:off x="0" y="4844123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4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D4EEAF-965B-43EB-9AB6-10A7DD397D93}">
      <dsp:nvSpPr>
        <dsp:cNvPr id="0" name=""/>
        <dsp:cNvSpPr/>
      </dsp:nvSpPr>
      <dsp:spPr>
        <a:xfrm>
          <a:off x="0" y="4844123"/>
          <a:ext cx="6900512" cy="692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400" b="0" kern="1200" dirty="0">
              <a:latin typeface="Segoe UI" panose="020B0502040204020203" pitchFamily="34" charset="0"/>
              <a:cs typeface="Segoe UI" panose="020B0502040204020203" pitchFamily="34" charset="0"/>
            </a:rPr>
            <a:t>Bibliografie</a:t>
          </a:r>
          <a:endParaRPr lang="en-US" sz="34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4844123"/>
        <a:ext cx="6900512" cy="6920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A6C86A-E696-4915-84A9-365D513683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FA275-E5BD-42D5-86C3-D4A66EF382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4D676F-4DB5-46B8-8F00-05DB67D5471C}" type="datetimeFigureOut">
              <a:rPr lang="en-US" smtClean="0"/>
              <a:t>6/24/2026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08037F-BC33-4B71-9390-1FCCB44C83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A39EB-596B-48AB-BC3E-069215B769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EDFD5B-C328-43D8-A4C7-929BECA315C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701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7BE5AB-3192-4552-A220-BA06EA9D867F}" type="datetimeFigureOut">
              <a:rPr lang="en-US" smtClean="0"/>
              <a:t>6/24/2026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D0E63-0F6A-47B0-8BD1-6E95B004C8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328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536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de </a:t>
            </a:r>
            <a:r>
              <a:rPr lang="en-US" dirty="0" err="1"/>
              <a:t>astazi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data de </a:t>
            </a:r>
            <a:r>
              <a:rPr lang="en-US" dirty="0" err="1"/>
              <a:t>nevoia</a:t>
            </a:r>
            <a:r>
              <a:rPr lang="en-US" dirty="0"/>
              <a:t> de </a:t>
            </a:r>
            <a:r>
              <a:rPr lang="en-US" dirty="0" err="1"/>
              <a:t>informatie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unei</a:t>
            </a:r>
            <a:r>
              <a:rPr lang="en-US" dirty="0"/>
              <a:t> </a:t>
            </a:r>
            <a:r>
              <a:rPr lang="en-US" dirty="0" err="1"/>
              <a:t>interactiuni</a:t>
            </a:r>
            <a:r>
              <a:rPr lang="en-US" dirty="0"/>
              <a:t> cu o </a:t>
            </a:r>
            <a:r>
              <a:rPr lang="en-US" dirty="0" err="1"/>
              <a:t>tranzactie</a:t>
            </a:r>
            <a:r>
              <a:rPr lang="en-US" dirty="0"/>
              <a:t> auto....</a:t>
            </a:r>
          </a:p>
          <a:p>
            <a:r>
              <a:rPr lang="en-US" dirty="0"/>
              <a:t>Definitie blockchain, la </a:t>
            </a:r>
            <a:r>
              <a:rPr lang="en-US" dirty="0" err="1"/>
              <a:t>ce</a:t>
            </a:r>
            <a:r>
              <a:rPr lang="en-US" dirty="0"/>
              <a:t> e </a:t>
            </a:r>
            <a:r>
              <a:rPr lang="en-US" dirty="0" err="1"/>
              <a:t>folosit</a:t>
            </a:r>
            <a:r>
              <a:rPr lang="en-US" dirty="0"/>
              <a:t>, </a:t>
            </a:r>
            <a:r>
              <a:rPr lang="en-US" dirty="0" err="1"/>
              <a:t>domenii</a:t>
            </a:r>
            <a:r>
              <a:rPr lang="en-US" dirty="0"/>
              <a:t>, </a:t>
            </a:r>
            <a:r>
              <a:rPr lang="en-US" dirty="0" err="1"/>
              <a:t>contracte</a:t>
            </a:r>
            <a:r>
              <a:rPr lang="en-US" dirty="0"/>
              <a:t> </a:t>
            </a:r>
            <a:r>
              <a:rPr lang="en-US" dirty="0" err="1"/>
              <a:t>inteligente</a:t>
            </a:r>
            <a:r>
              <a:rPr lang="en-US" dirty="0"/>
              <a:t>  pe </a:t>
            </a:r>
            <a:r>
              <a:rPr lang="en-US" dirty="0" err="1"/>
              <a:t>retea</a:t>
            </a:r>
            <a:r>
              <a:rPr lang="en-US" dirty="0"/>
              <a:t> </a:t>
            </a:r>
            <a:r>
              <a:rPr lang="en-US" dirty="0" err="1"/>
              <a:t>evm</a:t>
            </a:r>
            <a:r>
              <a:rPr lang="en-US" dirty="0"/>
              <a:t> -&gt; </a:t>
            </a:r>
            <a:r>
              <a:rPr lang="en-US" dirty="0" err="1"/>
              <a:t>metoda</a:t>
            </a:r>
            <a:r>
              <a:rPr lang="en-US" dirty="0"/>
              <a:t> de </a:t>
            </a:r>
            <a:r>
              <a:rPr lang="en-US" dirty="0" err="1"/>
              <a:t>stocare</a:t>
            </a:r>
            <a:r>
              <a:rPr lang="en-US" dirty="0"/>
              <a:t>, </a:t>
            </a:r>
            <a:r>
              <a:rPr lang="en-US" dirty="0" err="1"/>
              <a:t>folosita</a:t>
            </a:r>
            <a:r>
              <a:rPr lang="en-US" dirty="0"/>
              <a:t> </a:t>
            </a:r>
            <a:r>
              <a:rPr lang="en-US" dirty="0" err="1"/>
              <a:t>si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lanturilor</a:t>
            </a:r>
            <a:r>
              <a:rPr lang="en-US" dirty="0"/>
              <a:t> de </a:t>
            </a:r>
            <a:r>
              <a:rPr lang="en-US" dirty="0" err="1"/>
              <a:t>aprovizionare</a:t>
            </a:r>
            <a:endParaRPr lang="en-US" dirty="0"/>
          </a:p>
          <a:p>
            <a:r>
              <a:rPr lang="en-US" dirty="0" err="1"/>
              <a:t>Inteligenta</a:t>
            </a:r>
            <a:r>
              <a:rPr lang="en-US" dirty="0"/>
              <a:t> </a:t>
            </a:r>
            <a:r>
              <a:rPr lang="en-US" dirty="0" err="1"/>
              <a:t>artificala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de o </a:t>
            </a:r>
            <a:r>
              <a:rPr lang="en-US" dirty="0" err="1"/>
              <a:t>perioada</a:t>
            </a:r>
            <a:r>
              <a:rPr lang="en-US" dirty="0"/>
              <a:t> buna de </a:t>
            </a:r>
            <a:r>
              <a:rPr lang="en-US" dirty="0" err="1"/>
              <a:t>timp</a:t>
            </a:r>
            <a:r>
              <a:rPr lang="en-US" dirty="0"/>
              <a:t> </a:t>
            </a:r>
            <a:r>
              <a:rPr lang="en-US" dirty="0" err="1"/>
              <a:t>prin</a:t>
            </a:r>
            <a:r>
              <a:rPr lang="en-US" dirty="0"/>
              <a:t> </a:t>
            </a:r>
            <a:r>
              <a:rPr lang="en-US" dirty="0" err="1"/>
              <a:t>preajma</a:t>
            </a:r>
            <a:r>
              <a:rPr lang="en-US" dirty="0"/>
              <a:t>, </a:t>
            </a:r>
            <a:r>
              <a:rPr lang="en-US" dirty="0" err="1"/>
              <a:t>aceasta</a:t>
            </a:r>
            <a:r>
              <a:rPr lang="en-US" dirty="0"/>
              <a:t> </a:t>
            </a:r>
            <a:r>
              <a:rPr lang="en-US" dirty="0" err="1"/>
              <a:t>incearca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invete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ofere</a:t>
            </a:r>
            <a:r>
              <a:rPr lang="en-US" dirty="0"/>
              <a:t> </a:t>
            </a:r>
            <a:r>
              <a:rPr lang="en-US" dirty="0" err="1"/>
              <a:t>raspunsuri</a:t>
            </a:r>
            <a:r>
              <a:rPr lang="en-US" dirty="0"/>
              <a:t> cat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umane</a:t>
            </a:r>
            <a:r>
              <a:rPr lang="en-US" dirty="0"/>
              <a:t> </a:t>
            </a:r>
            <a:r>
              <a:rPr lang="en-US" dirty="0" err="1"/>
              <a:t>bazate</a:t>
            </a:r>
            <a:r>
              <a:rPr lang="en-US" dirty="0"/>
              <a:t> pe </a:t>
            </a:r>
            <a:r>
              <a:rPr lang="en-US" dirty="0" err="1"/>
              <a:t>seturi</a:t>
            </a:r>
            <a:r>
              <a:rPr lang="en-US" dirty="0"/>
              <a:t> de date. Ai a </a:t>
            </a:r>
            <a:r>
              <a:rPr lang="en-US" dirty="0" err="1"/>
              <a:t>ajuns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aiba</a:t>
            </a:r>
            <a:r>
              <a:rPr lang="en-US" dirty="0"/>
              <a:t> diverse </a:t>
            </a:r>
            <a:r>
              <a:rPr lang="en-US" dirty="0" err="1"/>
              <a:t>aplicatii</a:t>
            </a:r>
            <a:r>
              <a:rPr lang="en-US" dirty="0"/>
              <a:t> precum </a:t>
            </a:r>
            <a:r>
              <a:rPr lang="en-US" dirty="0" err="1"/>
              <a:t>diagnosticele</a:t>
            </a:r>
            <a:r>
              <a:rPr lang="en-US" dirty="0"/>
              <a:t> </a:t>
            </a:r>
            <a:r>
              <a:rPr lang="en-US" dirty="0" err="1"/>
              <a:t>medicale</a:t>
            </a:r>
            <a:r>
              <a:rPr lang="en-US" dirty="0"/>
              <a:t>, </a:t>
            </a:r>
            <a:r>
              <a:rPr lang="en-US" dirty="0" err="1"/>
              <a:t>asistenti</a:t>
            </a:r>
            <a:r>
              <a:rPr lang="en-US" dirty="0"/>
              <a:t> </a:t>
            </a:r>
            <a:r>
              <a:rPr lang="en-US" dirty="0" err="1"/>
              <a:t>virtuali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navigare</a:t>
            </a:r>
            <a:r>
              <a:rPr lang="en-US" dirty="0"/>
              <a:t> </a:t>
            </a:r>
            <a:r>
              <a:rPr lang="en-US" dirty="0" err="1"/>
              <a:t>virtuala</a:t>
            </a:r>
            <a:r>
              <a:rPr lang="en-US" dirty="0"/>
              <a:t>, in </a:t>
            </a:r>
            <a:r>
              <a:rPr lang="en-US" dirty="0" err="1"/>
              <a:t>cazul</a:t>
            </a:r>
            <a:r>
              <a:rPr lang="en-US" dirty="0"/>
              <a:t> de fata, am </a:t>
            </a:r>
            <a:r>
              <a:rPr lang="en-US" dirty="0" err="1"/>
              <a:t>incercat</a:t>
            </a:r>
            <a:r>
              <a:rPr lang="en-US" dirty="0"/>
              <a:t> </a:t>
            </a:r>
            <a:r>
              <a:rPr lang="en-US" dirty="0" err="1"/>
              <a:t>folosirea</a:t>
            </a:r>
            <a:r>
              <a:rPr lang="en-US" dirty="0"/>
              <a:t> </a:t>
            </a:r>
            <a:r>
              <a:rPr lang="en-US" dirty="0" err="1"/>
              <a:t>retelelor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 in </a:t>
            </a:r>
            <a:r>
              <a:rPr lang="en-US" dirty="0" err="1"/>
              <a:t>clasificiarea</a:t>
            </a:r>
            <a:r>
              <a:rPr lang="en-US" dirty="0"/>
              <a:t> </a:t>
            </a:r>
            <a:r>
              <a:rPr lang="en-US" dirty="0" err="1"/>
              <a:t>unor</a:t>
            </a:r>
            <a:r>
              <a:rPr lang="en-US" dirty="0"/>
              <a:t> </a:t>
            </a:r>
            <a:r>
              <a:rPr lang="en-US" dirty="0" err="1"/>
              <a:t>seturi</a:t>
            </a:r>
            <a:r>
              <a:rPr lang="en-US" dirty="0"/>
              <a:t> de date.</a:t>
            </a:r>
          </a:p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7614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Angular – client side application</a:t>
            </a:r>
          </a:p>
          <a:p>
            <a:r>
              <a:rPr lang="en-US" dirty="0"/>
              <a:t>Python:</a:t>
            </a:r>
          </a:p>
          <a:p>
            <a:r>
              <a:rPr lang="en-US" dirty="0" err="1"/>
              <a:t>Solidty</a:t>
            </a:r>
            <a:r>
              <a:rPr lang="en-US" dirty="0"/>
              <a:t>: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Inspirat</a:t>
            </a:r>
            <a:r>
              <a:rPr lang="en-US" dirty="0"/>
              <a:t> din C/C++, Python, Java. </a:t>
            </a:r>
            <a:r>
              <a:rPr lang="en-US" dirty="0" err="1"/>
              <a:t>Acesta</a:t>
            </a:r>
            <a:r>
              <a:rPr lang="en-US" dirty="0"/>
              <a:t> are </a:t>
            </a:r>
            <a:r>
              <a:rPr lang="en-US" dirty="0" err="1"/>
              <a:t>Tipuri</a:t>
            </a:r>
            <a:r>
              <a:rPr lang="en-US" dirty="0"/>
              <a:t> de date definite de </a:t>
            </a:r>
            <a:r>
              <a:rPr lang="en-US" dirty="0" err="1"/>
              <a:t>utilizator</a:t>
            </a:r>
            <a:r>
              <a:rPr lang="en-US" dirty="0"/>
              <a:t> ( struct, </a:t>
            </a:r>
            <a:r>
              <a:rPr lang="en-US" dirty="0" err="1"/>
              <a:t>enum</a:t>
            </a:r>
            <a:r>
              <a:rPr lang="en-US" dirty="0"/>
              <a:t>, contract) </a:t>
            </a:r>
            <a:r>
              <a:rPr lang="en-US" dirty="0" err="1"/>
              <a:t>si</a:t>
            </a:r>
            <a:r>
              <a:rPr lang="en-US" dirty="0"/>
              <a:t> </a:t>
            </a:r>
            <a:r>
              <a:rPr lang="en-US" dirty="0" err="1"/>
              <a:t>structuri</a:t>
            </a:r>
            <a:r>
              <a:rPr lang="en-US" dirty="0"/>
              <a:t> de control, </a:t>
            </a:r>
            <a:r>
              <a:rPr lang="en-US" dirty="0" err="1"/>
              <a:t>etc</a:t>
            </a:r>
            <a:r>
              <a:rPr lang="en-US" dirty="0"/>
              <a:t> </a:t>
            </a:r>
            <a:r>
              <a:rPr lang="en-US" dirty="0" err="1"/>
              <a:t>asemanator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orientat</a:t>
            </a:r>
            <a:r>
              <a:rPr lang="en-US" dirty="0"/>
              <a:t> pe </a:t>
            </a:r>
            <a:r>
              <a:rPr lang="en-US" dirty="0" err="1"/>
              <a:t>obiect</a:t>
            </a:r>
            <a:r>
              <a:rPr lang="en-US" dirty="0"/>
              <a:t>.</a:t>
            </a:r>
          </a:p>
          <a:p>
            <a:r>
              <a:rPr lang="en-US" dirty="0">
                <a:ea typeface="Calibri"/>
                <a:cs typeface="Calibri"/>
              </a:rPr>
              <a:t>Ganache – blockchain </a:t>
            </a:r>
            <a:r>
              <a:rPr lang="en-US" dirty="0" err="1">
                <a:ea typeface="Calibri"/>
                <a:cs typeface="Calibri"/>
              </a:rPr>
              <a:t>simulat</a:t>
            </a:r>
            <a:r>
              <a:rPr lang="en-US" dirty="0">
                <a:ea typeface="Calibri"/>
                <a:cs typeface="Calibri"/>
              </a:rPr>
              <a:t> cu un </a:t>
            </a:r>
            <a:r>
              <a:rPr lang="en-US" dirty="0" err="1">
                <a:ea typeface="Calibri"/>
                <a:cs typeface="Calibri"/>
              </a:rPr>
              <a:t>singur</a:t>
            </a:r>
            <a:r>
              <a:rPr lang="en-US" dirty="0">
                <a:ea typeface="Calibri"/>
                <a:cs typeface="Calibri"/>
              </a:rPr>
              <a:t> nod, </a:t>
            </a:r>
            <a:r>
              <a:rPr lang="en-US" dirty="0" err="1">
                <a:ea typeface="Calibri"/>
                <a:cs typeface="Calibri"/>
              </a:rPr>
              <a:t>ofera</a:t>
            </a:r>
            <a:r>
              <a:rPr lang="en-US" dirty="0">
                <a:ea typeface="Calibri"/>
                <a:cs typeface="Calibri"/>
              </a:rPr>
              <a:t> 10 </a:t>
            </a:r>
            <a:r>
              <a:rPr lang="en-US" dirty="0" err="1">
                <a:ea typeface="Calibri"/>
                <a:cs typeface="Calibri"/>
              </a:rPr>
              <a:t>conturi</a:t>
            </a:r>
            <a:r>
              <a:rPr lang="en-US" dirty="0">
                <a:ea typeface="Calibri"/>
                <a:cs typeface="Calibri"/>
              </a:rPr>
              <a:t> pe default cu un sold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2520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Intrega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arhitectura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aplicatiei</a:t>
            </a:r>
            <a:r>
              <a:rPr lang="en-US" dirty="0">
                <a:ea typeface="Calibri"/>
                <a:cs typeface="Calibri"/>
              </a:rPr>
              <a:t> se </a:t>
            </a:r>
            <a:r>
              <a:rPr lang="en-US" dirty="0" err="1">
                <a:ea typeface="Calibri"/>
                <a:cs typeface="Calibri"/>
              </a:rPr>
              <a:t>bazeaza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una</a:t>
            </a:r>
            <a:r>
              <a:rPr lang="en-US" dirty="0">
                <a:ea typeface="Calibri"/>
                <a:cs typeface="Calibri"/>
              </a:rPr>
              <a:t> de tip 3 tier: </a:t>
            </a:r>
            <a:r>
              <a:rPr lang="en-US" dirty="0" err="1">
                <a:ea typeface="Calibri"/>
                <a:cs typeface="Calibri"/>
              </a:rPr>
              <a:t>mai</a:t>
            </a:r>
            <a:r>
              <a:rPr lang="en-US" dirty="0">
                <a:ea typeface="Calibri"/>
                <a:cs typeface="Calibri"/>
              </a:rPr>
              <a:t> exact </a:t>
            </a:r>
            <a:r>
              <a:rPr lang="en-US" dirty="0" err="1">
                <a:ea typeface="Calibri"/>
                <a:cs typeface="Calibri"/>
              </a:rPr>
              <a:t>layere</a:t>
            </a:r>
            <a:r>
              <a:rPr lang="en-US" dirty="0">
                <a:ea typeface="Calibri"/>
                <a:cs typeface="Calibri"/>
              </a:rPr>
              <a:t> de presentation , application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data</a:t>
            </a:r>
          </a:p>
          <a:p>
            <a:r>
              <a:rPr lang="en-US" dirty="0" err="1">
                <a:ea typeface="Calibri"/>
                <a:cs typeface="Calibri"/>
              </a:rPr>
              <a:t>Nivelul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prezentare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reprezentat</a:t>
            </a:r>
            <a:r>
              <a:rPr lang="en-US" dirty="0">
                <a:ea typeface="Calibri"/>
                <a:cs typeface="Calibri"/>
              </a:rPr>
              <a:t> in </a:t>
            </a:r>
            <a:r>
              <a:rPr lang="en-US" dirty="0" err="1">
                <a:ea typeface="Calibri"/>
                <a:cs typeface="Calibri"/>
              </a:rPr>
              <a:t>totalitate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serverul</a:t>
            </a:r>
            <a:r>
              <a:rPr lang="en-US" dirty="0">
                <a:ea typeface="Calibri"/>
                <a:cs typeface="Calibri"/>
              </a:rPr>
              <a:t> de angular care are </a:t>
            </a:r>
            <a:r>
              <a:rPr lang="en-US" dirty="0" err="1">
                <a:ea typeface="Calibri"/>
                <a:cs typeface="Calibri"/>
              </a:rPr>
              <a:t>grija</a:t>
            </a:r>
            <a:r>
              <a:rPr lang="en-US" dirty="0">
                <a:ea typeface="Calibri"/>
                <a:cs typeface="Calibri"/>
              </a:rPr>
              <a:t> de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cererile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modificare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datelor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doar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vizualizeze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aceste</a:t>
            </a:r>
            <a:r>
              <a:rPr lang="en-US" dirty="0">
                <a:ea typeface="Calibri"/>
                <a:cs typeface="Calibri"/>
              </a:rPr>
              <a:t> date. </a:t>
            </a:r>
            <a:r>
              <a:rPr lang="en-US" dirty="0" err="1">
                <a:ea typeface="Calibri"/>
                <a:cs typeface="Calibri"/>
              </a:rPr>
              <a:t>Deoarece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utilizatorii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autentificati</a:t>
            </a:r>
            <a:r>
              <a:rPr lang="en-US" dirty="0">
                <a:ea typeface="Calibri"/>
                <a:cs typeface="Calibri"/>
              </a:rPr>
              <a:t> pot </a:t>
            </a:r>
            <a:r>
              <a:rPr lang="en-US" dirty="0" err="1">
                <a:ea typeface="Calibri"/>
                <a:cs typeface="Calibri"/>
              </a:rPr>
              <a:t>dispune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diferite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nevoie</a:t>
            </a:r>
            <a:r>
              <a:rPr lang="en-US" dirty="0">
                <a:ea typeface="Calibri"/>
                <a:cs typeface="Calibri"/>
              </a:rPr>
              <a:t> ca </a:t>
            </a:r>
            <a:r>
              <a:rPr lang="en-US" dirty="0" err="1">
                <a:ea typeface="Calibri"/>
                <a:cs typeface="Calibri"/>
              </a:rPr>
              <a:t>interfata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grafica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accesibila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orice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</a:t>
            </a:r>
            <a:r>
              <a:rPr lang="en-US" dirty="0">
                <a:ea typeface="Calibri"/>
                <a:cs typeface="Calibri"/>
              </a:rPr>
              <a:t>, de </a:t>
            </a:r>
            <a:r>
              <a:rPr lang="en-US" dirty="0" err="1">
                <a:ea typeface="Calibri"/>
                <a:cs typeface="Calibri"/>
              </a:rPr>
              <a:t>aceea</a:t>
            </a:r>
            <a:r>
              <a:rPr lang="en-US" dirty="0">
                <a:ea typeface="Calibri"/>
                <a:cs typeface="Calibri"/>
              </a:rPr>
              <a:t> s-a </a:t>
            </a:r>
            <a:r>
              <a:rPr lang="en-US" dirty="0" err="1">
                <a:ea typeface="Calibri"/>
                <a:cs typeface="Calibri"/>
              </a:rPr>
              <a:t>implementat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cateva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caracteristicii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responsivness</a:t>
            </a:r>
            <a:endParaRPr lang="en-US" dirty="0" err="1"/>
          </a:p>
          <a:p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applicatie</a:t>
            </a:r>
            <a:r>
              <a:rPr lang="en-US" dirty="0"/>
              <a:t>, </a:t>
            </a:r>
            <a:r>
              <a:rPr lang="en-US" dirty="0" err="1"/>
              <a:t>adica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 de backend </a:t>
            </a:r>
            <a:r>
              <a:rPr lang="en-US" dirty="0" err="1"/>
              <a:t>este</a:t>
            </a:r>
            <a:r>
              <a:rPr lang="en-US" dirty="0"/>
              <a:t> </a:t>
            </a:r>
            <a:r>
              <a:rPr lang="en-US" dirty="0" err="1"/>
              <a:t>conturat</a:t>
            </a:r>
            <a:r>
              <a:rPr lang="en-US" dirty="0"/>
              <a:t> de framework-</a:t>
            </a:r>
            <a:r>
              <a:rPr lang="en-US" dirty="0" err="1"/>
              <a:t>ul</a:t>
            </a:r>
            <a:r>
              <a:rPr lang="en-US" dirty="0"/>
              <a:t> flask, care </a:t>
            </a:r>
            <a:r>
              <a:rPr lang="en-US" dirty="0" err="1"/>
              <a:t>defineste</a:t>
            </a:r>
            <a:r>
              <a:rPr lang="en-US" dirty="0"/>
              <a:t> </a:t>
            </a:r>
            <a:r>
              <a:rPr lang="en-US" dirty="0" err="1"/>
              <a:t>comunicarea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  </a:t>
            </a:r>
            <a:r>
              <a:rPr lang="en-US" dirty="0" err="1"/>
              <a:t>stratul</a:t>
            </a:r>
            <a:r>
              <a:rPr lang="en-US" dirty="0"/>
              <a:t> de </a:t>
            </a:r>
            <a:r>
              <a:rPr lang="en-US" dirty="0" err="1"/>
              <a:t>prezentare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cel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, </a:t>
            </a:r>
            <a:r>
              <a:rPr lang="en-US" dirty="0" err="1"/>
              <a:t>punand</a:t>
            </a:r>
            <a:r>
              <a:rPr lang="en-US" dirty="0"/>
              <a:t> la </a:t>
            </a:r>
            <a:r>
              <a:rPr lang="en-US" dirty="0" err="1"/>
              <a:t>dispozitie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functionalitati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endpoint-</a:t>
            </a:r>
            <a:r>
              <a:rPr lang="en-US" dirty="0" err="1"/>
              <a:t>urilor</a:t>
            </a:r>
            <a:r>
              <a:rPr lang="en-US" dirty="0"/>
              <a:t>. Prin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endpoints, 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colaboram</a:t>
            </a:r>
            <a:r>
              <a:rPr lang="en-US" dirty="0"/>
              <a:t> cu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librarii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obtine</a:t>
            </a:r>
            <a:r>
              <a:rPr lang="en-US" dirty="0"/>
              <a:t> </a:t>
            </a:r>
            <a:r>
              <a:rPr lang="en-US" dirty="0" err="1"/>
              <a:t>rezultate</a:t>
            </a:r>
            <a:r>
              <a:rPr lang="en-US" dirty="0"/>
              <a:t> precum, </a:t>
            </a:r>
            <a:r>
              <a:rPr lang="en-US" dirty="0" err="1"/>
              <a:t>identificare</a:t>
            </a:r>
            <a:r>
              <a:rPr lang="en-US" dirty="0"/>
              <a:t>/</a:t>
            </a:r>
            <a:r>
              <a:rPr lang="en-US" dirty="0" err="1"/>
              <a:t>autorizare</a:t>
            </a:r>
            <a:r>
              <a:rPr lang="en-US" dirty="0"/>
              <a:t>/</a:t>
            </a:r>
            <a:r>
              <a:rPr lang="en-US" dirty="0" err="1"/>
              <a:t>manangement</a:t>
            </a:r>
            <a:r>
              <a:rPr lang="en-US" dirty="0"/>
              <a:t> a </a:t>
            </a:r>
            <a:r>
              <a:rPr lang="en-US" dirty="0" err="1"/>
              <a:t>userilor</a:t>
            </a:r>
            <a:r>
              <a:rPr lang="en-US" dirty="0"/>
              <a:t>, </a:t>
            </a:r>
            <a:r>
              <a:rPr lang="en-US" dirty="0" err="1"/>
              <a:t>preluare</a:t>
            </a:r>
            <a:r>
              <a:rPr lang="en-US" dirty="0"/>
              <a:t>/</a:t>
            </a:r>
            <a:r>
              <a:rPr lang="en-US" dirty="0" err="1"/>
              <a:t>modificare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clasificare</a:t>
            </a:r>
            <a:r>
              <a:rPr lang="en-US" dirty="0"/>
              <a:t> date.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 err="1"/>
              <a:t>Datele</a:t>
            </a:r>
            <a:r>
              <a:rPr lang="en-US" dirty="0"/>
              <a:t> sunt </a:t>
            </a:r>
            <a:r>
              <a:rPr lang="en-US" dirty="0" err="1"/>
              <a:t>gestionate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RPC, care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dispuse</a:t>
            </a:r>
            <a:r>
              <a:rPr lang="en-US" dirty="0"/>
              <a:t> de blockchain 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4305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F3D8-05B0-9CD2-A719-245FB567C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A5BE0A-DBA6-108E-30DE-35EC35BAF9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8E6FC-CDCA-2EA7-C9C1-FBB459E20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Intrega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arhitectura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aplicatiei</a:t>
            </a:r>
            <a:r>
              <a:rPr lang="en-US" dirty="0">
                <a:ea typeface="Calibri"/>
                <a:cs typeface="Calibri"/>
              </a:rPr>
              <a:t> se </a:t>
            </a:r>
            <a:r>
              <a:rPr lang="en-US" dirty="0" err="1">
                <a:ea typeface="Calibri"/>
                <a:cs typeface="Calibri"/>
              </a:rPr>
              <a:t>bazeaza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una</a:t>
            </a:r>
            <a:r>
              <a:rPr lang="en-US" dirty="0">
                <a:ea typeface="Calibri"/>
                <a:cs typeface="Calibri"/>
              </a:rPr>
              <a:t> de tip 3 tier: </a:t>
            </a:r>
            <a:r>
              <a:rPr lang="en-US" dirty="0" err="1">
                <a:ea typeface="Calibri"/>
                <a:cs typeface="Calibri"/>
              </a:rPr>
              <a:t>mai</a:t>
            </a:r>
            <a:r>
              <a:rPr lang="en-US" dirty="0">
                <a:ea typeface="Calibri"/>
                <a:cs typeface="Calibri"/>
              </a:rPr>
              <a:t> exact </a:t>
            </a:r>
            <a:r>
              <a:rPr lang="en-US" dirty="0" err="1">
                <a:ea typeface="Calibri"/>
                <a:cs typeface="Calibri"/>
              </a:rPr>
              <a:t>layere</a:t>
            </a:r>
            <a:r>
              <a:rPr lang="en-US" dirty="0">
                <a:ea typeface="Calibri"/>
                <a:cs typeface="Calibri"/>
              </a:rPr>
              <a:t> de presentation , application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data</a:t>
            </a:r>
          </a:p>
          <a:p>
            <a:r>
              <a:rPr lang="en-US" dirty="0" err="1">
                <a:ea typeface="Calibri"/>
                <a:cs typeface="Calibri"/>
              </a:rPr>
              <a:t>Nivelul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prezentare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reprezentat</a:t>
            </a:r>
            <a:r>
              <a:rPr lang="en-US" dirty="0">
                <a:ea typeface="Calibri"/>
                <a:cs typeface="Calibri"/>
              </a:rPr>
              <a:t> in </a:t>
            </a:r>
            <a:r>
              <a:rPr lang="en-US" dirty="0" err="1">
                <a:ea typeface="Calibri"/>
                <a:cs typeface="Calibri"/>
              </a:rPr>
              <a:t>totalitate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serverul</a:t>
            </a:r>
            <a:r>
              <a:rPr lang="en-US" dirty="0">
                <a:ea typeface="Calibri"/>
                <a:cs typeface="Calibri"/>
              </a:rPr>
              <a:t> de angular care are </a:t>
            </a:r>
            <a:r>
              <a:rPr lang="en-US" dirty="0" err="1">
                <a:ea typeface="Calibri"/>
                <a:cs typeface="Calibri"/>
              </a:rPr>
              <a:t>grija</a:t>
            </a:r>
            <a:r>
              <a:rPr lang="en-US" dirty="0">
                <a:ea typeface="Calibri"/>
                <a:cs typeface="Calibri"/>
              </a:rPr>
              <a:t> de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cererile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modificare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datelor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doar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vizualizeze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aceste</a:t>
            </a:r>
            <a:r>
              <a:rPr lang="en-US" dirty="0">
                <a:ea typeface="Calibri"/>
                <a:cs typeface="Calibri"/>
              </a:rPr>
              <a:t> date. </a:t>
            </a:r>
            <a:r>
              <a:rPr lang="en-US" dirty="0" err="1">
                <a:ea typeface="Calibri"/>
                <a:cs typeface="Calibri"/>
              </a:rPr>
              <a:t>Deoarece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utilizatorii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autentificati</a:t>
            </a:r>
            <a:r>
              <a:rPr lang="en-US" dirty="0">
                <a:ea typeface="Calibri"/>
                <a:cs typeface="Calibri"/>
              </a:rPr>
              <a:t> pot </a:t>
            </a:r>
            <a:r>
              <a:rPr lang="en-US" dirty="0" err="1">
                <a:ea typeface="Calibri"/>
                <a:cs typeface="Calibri"/>
              </a:rPr>
              <a:t>dispune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diferite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nevoie</a:t>
            </a:r>
            <a:r>
              <a:rPr lang="en-US" dirty="0">
                <a:ea typeface="Calibri"/>
                <a:cs typeface="Calibri"/>
              </a:rPr>
              <a:t> ca </a:t>
            </a:r>
            <a:r>
              <a:rPr lang="en-US" dirty="0" err="1">
                <a:ea typeface="Calibri"/>
                <a:cs typeface="Calibri"/>
              </a:rPr>
              <a:t>interfata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grafica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accesibila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orice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</a:t>
            </a:r>
            <a:r>
              <a:rPr lang="en-US" dirty="0">
                <a:ea typeface="Calibri"/>
                <a:cs typeface="Calibri"/>
              </a:rPr>
              <a:t>, de </a:t>
            </a:r>
            <a:r>
              <a:rPr lang="en-US" dirty="0" err="1">
                <a:ea typeface="Calibri"/>
                <a:cs typeface="Calibri"/>
              </a:rPr>
              <a:t>aceea</a:t>
            </a:r>
            <a:r>
              <a:rPr lang="en-US" dirty="0">
                <a:ea typeface="Calibri"/>
                <a:cs typeface="Calibri"/>
              </a:rPr>
              <a:t> s-a </a:t>
            </a:r>
            <a:r>
              <a:rPr lang="en-US" dirty="0" err="1">
                <a:ea typeface="Calibri"/>
                <a:cs typeface="Calibri"/>
              </a:rPr>
              <a:t>implementat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cateva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caracteristicii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responsivness</a:t>
            </a:r>
            <a:endParaRPr lang="en-US" dirty="0" err="1"/>
          </a:p>
          <a:p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applicatie</a:t>
            </a:r>
            <a:r>
              <a:rPr lang="en-US" dirty="0"/>
              <a:t>, </a:t>
            </a:r>
            <a:r>
              <a:rPr lang="en-US" dirty="0" err="1"/>
              <a:t>adica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 de backend </a:t>
            </a:r>
            <a:r>
              <a:rPr lang="en-US" dirty="0" err="1"/>
              <a:t>este</a:t>
            </a:r>
            <a:r>
              <a:rPr lang="en-US" dirty="0"/>
              <a:t> </a:t>
            </a:r>
            <a:r>
              <a:rPr lang="en-US" dirty="0" err="1"/>
              <a:t>conturat</a:t>
            </a:r>
            <a:r>
              <a:rPr lang="en-US" dirty="0"/>
              <a:t> de framework-</a:t>
            </a:r>
            <a:r>
              <a:rPr lang="en-US" dirty="0" err="1"/>
              <a:t>ul</a:t>
            </a:r>
            <a:r>
              <a:rPr lang="en-US" dirty="0"/>
              <a:t> flask, care </a:t>
            </a:r>
            <a:r>
              <a:rPr lang="en-US" dirty="0" err="1"/>
              <a:t>defineste</a:t>
            </a:r>
            <a:r>
              <a:rPr lang="en-US" dirty="0"/>
              <a:t> </a:t>
            </a:r>
            <a:r>
              <a:rPr lang="en-US" dirty="0" err="1"/>
              <a:t>comunicarea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  </a:t>
            </a:r>
            <a:r>
              <a:rPr lang="en-US" dirty="0" err="1"/>
              <a:t>stratul</a:t>
            </a:r>
            <a:r>
              <a:rPr lang="en-US" dirty="0"/>
              <a:t> de </a:t>
            </a:r>
            <a:r>
              <a:rPr lang="en-US" dirty="0" err="1"/>
              <a:t>prezentare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cel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, </a:t>
            </a:r>
            <a:r>
              <a:rPr lang="en-US" dirty="0" err="1"/>
              <a:t>punand</a:t>
            </a:r>
            <a:r>
              <a:rPr lang="en-US" dirty="0"/>
              <a:t> la </a:t>
            </a:r>
            <a:r>
              <a:rPr lang="en-US" dirty="0" err="1"/>
              <a:t>dispozitie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functionalitati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endpoint-</a:t>
            </a:r>
            <a:r>
              <a:rPr lang="en-US" dirty="0" err="1"/>
              <a:t>urilor</a:t>
            </a:r>
            <a:r>
              <a:rPr lang="en-US" dirty="0"/>
              <a:t>. Prin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endpoints, 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colaboram</a:t>
            </a:r>
            <a:r>
              <a:rPr lang="en-US" dirty="0"/>
              <a:t> cu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librarii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obtine</a:t>
            </a:r>
            <a:r>
              <a:rPr lang="en-US" dirty="0"/>
              <a:t> </a:t>
            </a:r>
            <a:r>
              <a:rPr lang="en-US" dirty="0" err="1"/>
              <a:t>rezultate</a:t>
            </a:r>
            <a:r>
              <a:rPr lang="en-US" dirty="0"/>
              <a:t> precum, </a:t>
            </a:r>
            <a:r>
              <a:rPr lang="en-US" dirty="0" err="1"/>
              <a:t>identificare</a:t>
            </a:r>
            <a:r>
              <a:rPr lang="en-US" dirty="0"/>
              <a:t>/</a:t>
            </a:r>
            <a:r>
              <a:rPr lang="en-US" dirty="0" err="1"/>
              <a:t>autorizare</a:t>
            </a:r>
            <a:r>
              <a:rPr lang="en-US" dirty="0"/>
              <a:t>/</a:t>
            </a:r>
            <a:r>
              <a:rPr lang="en-US" dirty="0" err="1"/>
              <a:t>manangement</a:t>
            </a:r>
            <a:r>
              <a:rPr lang="en-US" dirty="0"/>
              <a:t> a </a:t>
            </a:r>
            <a:r>
              <a:rPr lang="en-US" dirty="0" err="1"/>
              <a:t>userilor</a:t>
            </a:r>
            <a:r>
              <a:rPr lang="en-US" dirty="0"/>
              <a:t>, </a:t>
            </a:r>
            <a:r>
              <a:rPr lang="en-US" dirty="0" err="1"/>
              <a:t>preluare</a:t>
            </a:r>
            <a:r>
              <a:rPr lang="en-US" dirty="0"/>
              <a:t>/</a:t>
            </a:r>
            <a:r>
              <a:rPr lang="en-US" dirty="0" err="1"/>
              <a:t>modificare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clasificare</a:t>
            </a:r>
            <a:r>
              <a:rPr lang="en-US" dirty="0"/>
              <a:t> date.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 err="1"/>
              <a:t>Datele</a:t>
            </a:r>
            <a:r>
              <a:rPr lang="en-US" dirty="0"/>
              <a:t> sunt </a:t>
            </a:r>
            <a:r>
              <a:rPr lang="en-US" dirty="0" err="1"/>
              <a:t>gestionate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RPC, care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dispuse</a:t>
            </a:r>
            <a:r>
              <a:rPr lang="en-US" dirty="0"/>
              <a:t> de blockchain 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BEED-1887-7183-B53B-F805F734BE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465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2880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8254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35089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1816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6386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692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raphic 33" descr="Tag=AccentColor&#10;Flavor=Light&#10;Target=Fill">
            <a:extLst>
              <a:ext uri="{FF2B5EF4-FFF2-40B4-BE49-F238E27FC236}">
                <a16:creationId xmlns:a16="http://schemas.microsoft.com/office/drawing/2014/main" id="{A4E7DAC5-621F-40E6-ACD2-590570CC84F8}"/>
              </a:ext>
            </a:extLst>
          </p:cNvPr>
          <p:cNvSpPr>
            <a:spLocks noChangeAspect="1"/>
          </p:cNvSpPr>
          <p:nvPr userDrawn="1"/>
        </p:nvSpPr>
        <p:spPr>
          <a:xfrm>
            <a:off x="1318417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9DF8-704A-44AE-8850-307DDACC9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0320" y="960120"/>
            <a:ext cx="7077456" cy="2898648"/>
          </a:xfrm>
        </p:spPr>
        <p:txBody>
          <a:bodyPr anchor="b">
            <a:noAutofit/>
          </a:bodyPr>
          <a:lstStyle>
            <a:lvl1pPr algn="ctr">
              <a:defRPr sz="8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72E09-06F3-48B9-9B95-DE15EC9801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3472" y="4535424"/>
            <a:ext cx="6931152" cy="941832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371B7A5D-C918-4744-A5FA-75C904B3B8D4}"/>
              </a:ext>
            </a:extLst>
          </p:cNvPr>
          <p:cNvSpPr/>
          <p:nvPr userDrawn="1"/>
        </p:nvSpPr>
        <p:spPr>
          <a:xfrm>
            <a:off x="3974206" y="411333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689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7CE2522-15B5-4BC5-91A9-523F325A8324}"/>
              </a:ext>
            </a:extLst>
          </p:cNvPr>
          <p:cNvSpPr/>
          <p:nvPr userDrawn="1"/>
        </p:nvSpPr>
        <p:spPr>
          <a:xfrm>
            <a:off x="5477731" y="0"/>
            <a:ext cx="6714269" cy="6858000"/>
          </a:xfrm>
          <a:custGeom>
            <a:avLst/>
            <a:gdLst>
              <a:gd name="connsiteX0" fmla="*/ 1097203 w 6714269"/>
              <a:gd name="connsiteY0" fmla="*/ 0 h 6858000"/>
              <a:gd name="connsiteX1" fmla="*/ 1154155 w 6714269"/>
              <a:gd name="connsiteY1" fmla="*/ 0 h 6858000"/>
              <a:gd name="connsiteX2" fmla="*/ 972305 w 6714269"/>
              <a:gd name="connsiteY2" fmla="*/ 343212 h 6858000"/>
              <a:gd name="connsiteX3" fmla="*/ 780524 w 6714269"/>
              <a:gd name="connsiteY3" fmla="*/ 761067 h 6858000"/>
              <a:gd name="connsiteX4" fmla="*/ 737045 w 6714269"/>
              <a:gd name="connsiteY4" fmla="*/ 865164 h 6858000"/>
              <a:gd name="connsiteX5" fmla="*/ 762322 w 6714269"/>
              <a:gd name="connsiteY5" fmla="*/ 830676 h 6858000"/>
              <a:gd name="connsiteX6" fmla="*/ 1118805 w 6714269"/>
              <a:gd name="connsiteY6" fmla="*/ 160440 h 6858000"/>
              <a:gd name="connsiteX7" fmla="*/ 1221640 w 6714269"/>
              <a:gd name="connsiteY7" fmla="*/ 0 h 6858000"/>
              <a:gd name="connsiteX8" fmla="*/ 6714269 w 6714269"/>
              <a:gd name="connsiteY8" fmla="*/ 0 h 6858000"/>
              <a:gd name="connsiteX9" fmla="*/ 6714269 w 6714269"/>
              <a:gd name="connsiteY9" fmla="*/ 6858000 h 6858000"/>
              <a:gd name="connsiteX10" fmla="*/ 704817 w 6714269"/>
              <a:gd name="connsiteY10" fmla="*/ 6858000 h 6858000"/>
              <a:gd name="connsiteX11" fmla="*/ 618717 w 6714269"/>
              <a:gd name="connsiteY11" fmla="*/ 6672538 h 6858000"/>
              <a:gd name="connsiteX12" fmla="*/ 309324 w 6714269"/>
              <a:gd name="connsiteY12" fmla="*/ 5833618 h 6858000"/>
              <a:gd name="connsiteX13" fmla="*/ 209850 w 6714269"/>
              <a:gd name="connsiteY13" fmla="*/ 5484180 h 6858000"/>
              <a:gd name="connsiteX14" fmla="*/ 211619 w 6714269"/>
              <a:gd name="connsiteY14" fmla="*/ 5517653 h 6858000"/>
              <a:gd name="connsiteX15" fmla="*/ 361778 w 6714269"/>
              <a:gd name="connsiteY15" fmla="*/ 6145524 h 6858000"/>
              <a:gd name="connsiteX16" fmla="*/ 591356 w 6714269"/>
              <a:gd name="connsiteY16" fmla="*/ 6843306 h 6858000"/>
              <a:gd name="connsiteX17" fmla="*/ 597415 w 6714269"/>
              <a:gd name="connsiteY17" fmla="*/ 6858000 h 6858000"/>
              <a:gd name="connsiteX18" fmla="*/ 545224 w 6714269"/>
              <a:gd name="connsiteY18" fmla="*/ 6858000 h 6858000"/>
              <a:gd name="connsiteX19" fmla="*/ 533604 w 6714269"/>
              <a:gd name="connsiteY19" fmla="*/ 6830072 h 6858000"/>
              <a:gd name="connsiteX20" fmla="*/ 169657 w 6714269"/>
              <a:gd name="connsiteY20" fmla="*/ 5556577 h 6858000"/>
              <a:gd name="connsiteX21" fmla="*/ 12169 w 6714269"/>
              <a:gd name="connsiteY21" fmla="*/ 4362835 h 6858000"/>
              <a:gd name="connsiteX22" fmla="*/ 46168 w 6714269"/>
              <a:gd name="connsiteY22" fmla="*/ 3338487 h 6858000"/>
              <a:gd name="connsiteX23" fmla="*/ 490574 w 6714269"/>
              <a:gd name="connsiteY23" fmla="*/ 1381078 h 6858000"/>
              <a:gd name="connsiteX24" fmla="*/ 984701 w 6714269"/>
              <a:gd name="connsiteY24" fmla="*/ 20824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6714269" h="6858000">
                <a:moveTo>
                  <a:pt x="1097203" y="0"/>
                </a:moveTo>
                <a:lnTo>
                  <a:pt x="1154155" y="0"/>
                </a:lnTo>
                <a:lnTo>
                  <a:pt x="972305" y="343212"/>
                </a:lnTo>
                <a:cubicBezTo>
                  <a:pt x="904739" y="480367"/>
                  <a:pt x="840941" y="619727"/>
                  <a:pt x="780524" y="761067"/>
                </a:cubicBezTo>
                <a:cubicBezTo>
                  <a:pt x="765737" y="795681"/>
                  <a:pt x="751579" y="830550"/>
                  <a:pt x="737045" y="865164"/>
                </a:cubicBezTo>
                <a:cubicBezTo>
                  <a:pt x="748306" y="856057"/>
                  <a:pt x="757014" y="844174"/>
                  <a:pt x="762322" y="830676"/>
                </a:cubicBezTo>
                <a:cubicBezTo>
                  <a:pt x="870201" y="600612"/>
                  <a:pt x="988539" y="376889"/>
                  <a:pt x="1118805" y="160440"/>
                </a:cubicBezTo>
                <a:lnTo>
                  <a:pt x="1221640" y="0"/>
                </a:lnTo>
                <a:lnTo>
                  <a:pt x="6714269" y="0"/>
                </a:lnTo>
                <a:lnTo>
                  <a:pt x="6714269" y="6858000"/>
                </a:lnTo>
                <a:lnTo>
                  <a:pt x="704817" y="6858000"/>
                </a:lnTo>
                <a:lnTo>
                  <a:pt x="618717" y="6672538"/>
                </a:lnTo>
                <a:cubicBezTo>
                  <a:pt x="501618" y="6400947"/>
                  <a:pt x="398622" y="6121213"/>
                  <a:pt x="309324" y="5833618"/>
                </a:cubicBezTo>
                <a:cubicBezTo>
                  <a:pt x="275071" y="5723183"/>
                  <a:pt x="246125" y="5611225"/>
                  <a:pt x="209850" y="5484180"/>
                </a:cubicBezTo>
                <a:cubicBezTo>
                  <a:pt x="209859" y="5495363"/>
                  <a:pt x="210448" y="5506534"/>
                  <a:pt x="211619" y="5517653"/>
                </a:cubicBezTo>
                <a:cubicBezTo>
                  <a:pt x="261166" y="5727113"/>
                  <a:pt x="303888" y="5938474"/>
                  <a:pt x="361778" y="6145524"/>
                </a:cubicBezTo>
                <a:cubicBezTo>
                  <a:pt x="428356" y="6383258"/>
                  <a:pt x="504422" y="6616111"/>
                  <a:pt x="591356" y="6843306"/>
                </a:cubicBezTo>
                <a:lnTo>
                  <a:pt x="597415" y="6858000"/>
                </a:lnTo>
                <a:lnTo>
                  <a:pt x="545224" y="6858000"/>
                </a:lnTo>
                <a:lnTo>
                  <a:pt x="533604" y="6830072"/>
                </a:lnTo>
                <a:cubicBezTo>
                  <a:pt x="376384" y="6416985"/>
                  <a:pt x="257344" y="5991917"/>
                  <a:pt x="169657" y="5556577"/>
                </a:cubicBezTo>
                <a:cubicBezTo>
                  <a:pt x="90154" y="5162256"/>
                  <a:pt x="43261" y="4763750"/>
                  <a:pt x="12169" y="4362835"/>
                </a:cubicBezTo>
                <a:cubicBezTo>
                  <a:pt x="-14122" y="4019865"/>
                  <a:pt x="4458" y="3679429"/>
                  <a:pt x="46168" y="3338487"/>
                </a:cubicBezTo>
                <a:cubicBezTo>
                  <a:pt x="125796" y="2672248"/>
                  <a:pt x="274744" y="2016203"/>
                  <a:pt x="490574" y="1381078"/>
                </a:cubicBezTo>
                <a:cubicBezTo>
                  <a:pt x="629230" y="976550"/>
                  <a:pt x="791584" y="584320"/>
                  <a:pt x="984701" y="208241"/>
                </a:cubicBezTo>
                <a:close/>
              </a:path>
            </a:pathLst>
          </a:custGeom>
          <a:solidFill>
            <a:schemeClr val="accent1"/>
          </a:solidFill>
          <a:ln w="68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856" y="649224"/>
            <a:ext cx="4178808" cy="5568696"/>
          </a:xfrm>
        </p:spPr>
        <p:txBody>
          <a:bodyPr>
            <a:noAutofit/>
          </a:bodyPr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4224" y="1307592"/>
            <a:ext cx="4992624" cy="4251960"/>
          </a:xfrm>
        </p:spPr>
        <p:txBody>
          <a:bodyPr anchor="ctr">
            <a:normAutofit/>
          </a:bodyPr>
          <a:lstStyle>
            <a:lvl1pPr marL="0" indent="0">
              <a:buNone/>
              <a:defRPr sz="4400">
                <a:solidFill>
                  <a:schemeClr val="bg1"/>
                </a:solidFill>
              </a:defRPr>
            </a:lvl1pPr>
            <a:lvl2pPr marL="228600">
              <a:defRPr sz="4000">
                <a:solidFill>
                  <a:schemeClr val="bg1"/>
                </a:solidFill>
              </a:defRPr>
            </a:lvl2pPr>
            <a:lvl3pPr marL="457200">
              <a:defRPr sz="36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64224" y="6355080"/>
            <a:ext cx="32004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67544" y="6355080"/>
            <a:ext cx="128016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2205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17D0AB67-E176-475C-977C-73640253B9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" y="4361970"/>
            <a:ext cx="4038599" cy="2496030"/>
          </a:xfrm>
          <a:custGeom>
            <a:avLst/>
            <a:gdLst>
              <a:gd name="connsiteX0" fmla="*/ 2464753 w 4038599"/>
              <a:gd name="connsiteY0" fmla="*/ 4 h 2496030"/>
              <a:gd name="connsiteX1" fmla="*/ 2599067 w 4038599"/>
              <a:gd name="connsiteY1" fmla="*/ 4428 h 2496030"/>
              <a:gd name="connsiteX2" fmla="*/ 3052443 w 4038599"/>
              <a:gd name="connsiteY2" fmla="*/ 14222 h 2496030"/>
              <a:gd name="connsiteX3" fmla="*/ 3417420 w 4038599"/>
              <a:gd name="connsiteY3" fmla="*/ 9782 h 2496030"/>
              <a:gd name="connsiteX4" fmla="*/ 3757835 w 4038599"/>
              <a:gd name="connsiteY4" fmla="*/ 19315 h 2496030"/>
              <a:gd name="connsiteX5" fmla="*/ 3892671 w 4038599"/>
              <a:gd name="connsiteY5" fmla="*/ 13177 h 2496030"/>
              <a:gd name="connsiteX6" fmla="*/ 4016790 w 4038599"/>
              <a:gd name="connsiteY6" fmla="*/ 8134 h 2496030"/>
              <a:gd name="connsiteX7" fmla="*/ 4034037 w 4038599"/>
              <a:gd name="connsiteY7" fmla="*/ 8999 h 2496030"/>
              <a:gd name="connsiteX8" fmla="*/ 4035370 w 4038599"/>
              <a:gd name="connsiteY8" fmla="*/ 62503 h 2496030"/>
              <a:gd name="connsiteX9" fmla="*/ 4020562 w 4038599"/>
              <a:gd name="connsiteY9" fmla="*/ 231143 h 2496030"/>
              <a:gd name="connsiteX10" fmla="*/ 4019168 w 4038599"/>
              <a:gd name="connsiteY10" fmla="*/ 393470 h 2496030"/>
              <a:gd name="connsiteX11" fmla="*/ 4014100 w 4038599"/>
              <a:gd name="connsiteY11" fmla="*/ 651618 h 2496030"/>
              <a:gd name="connsiteX12" fmla="*/ 4019295 w 4038599"/>
              <a:gd name="connsiteY12" fmla="*/ 902406 h 2496030"/>
              <a:gd name="connsiteX13" fmla="*/ 4033231 w 4038599"/>
              <a:gd name="connsiteY13" fmla="*/ 1078946 h 2496030"/>
              <a:gd name="connsiteX14" fmla="*/ 4011566 w 4038599"/>
              <a:gd name="connsiteY14" fmla="*/ 1189872 h 2496030"/>
              <a:gd name="connsiteX15" fmla="*/ 4011566 w 4038599"/>
              <a:gd name="connsiteY15" fmla="*/ 1387989 h 2496030"/>
              <a:gd name="connsiteX16" fmla="*/ 4038599 w 4038599"/>
              <a:gd name="connsiteY16" fmla="*/ 1495613 h 2496030"/>
              <a:gd name="connsiteX17" fmla="*/ 4038599 w 4038599"/>
              <a:gd name="connsiteY17" fmla="*/ 1746509 h 2496030"/>
              <a:gd name="connsiteX18" fmla="*/ 4038283 w 4038599"/>
              <a:gd name="connsiteY18" fmla="*/ 1749734 h 2496030"/>
              <a:gd name="connsiteX19" fmla="*/ 4026896 w 4038599"/>
              <a:gd name="connsiteY19" fmla="*/ 1837274 h 2496030"/>
              <a:gd name="connsiteX20" fmla="*/ 4029684 w 4038599"/>
              <a:gd name="connsiteY20" fmla="*/ 2121948 h 2496030"/>
              <a:gd name="connsiteX21" fmla="*/ 4032978 w 4038599"/>
              <a:gd name="connsiteY21" fmla="*/ 2359155 h 2496030"/>
              <a:gd name="connsiteX22" fmla="*/ 4023519 w 4038599"/>
              <a:gd name="connsiteY22" fmla="*/ 2496030 h 2496030"/>
              <a:gd name="connsiteX23" fmla="*/ 0 w 4038599"/>
              <a:gd name="connsiteY23" fmla="*/ 2496030 h 2496030"/>
              <a:gd name="connsiteX24" fmla="*/ 0 w 4038599"/>
              <a:gd name="connsiteY24" fmla="*/ 12459 h 2496030"/>
              <a:gd name="connsiteX25" fmla="*/ 17104 w 4038599"/>
              <a:gd name="connsiteY25" fmla="*/ 15006 h 2496030"/>
              <a:gd name="connsiteX26" fmla="*/ 216416 w 4038599"/>
              <a:gd name="connsiteY26" fmla="*/ 7824 h 2496030"/>
              <a:gd name="connsiteX27" fmla="*/ 651370 w 4038599"/>
              <a:gd name="connsiteY27" fmla="*/ 17748 h 2496030"/>
              <a:gd name="connsiteX28" fmla="*/ 958396 w 4038599"/>
              <a:gd name="connsiteY28" fmla="*/ 14092 h 2496030"/>
              <a:gd name="connsiteX29" fmla="*/ 1519486 w 4038599"/>
              <a:gd name="connsiteY29" fmla="*/ 21666 h 2496030"/>
              <a:gd name="connsiteX30" fmla="*/ 2062411 w 4038599"/>
              <a:gd name="connsiteY30" fmla="*/ 17487 h 2496030"/>
              <a:gd name="connsiteX31" fmla="*/ 2464753 w 4038599"/>
              <a:gd name="connsiteY31" fmla="*/ 4 h 2496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38599" h="2496030">
                <a:moveTo>
                  <a:pt x="2464753" y="4"/>
                </a:moveTo>
                <a:cubicBezTo>
                  <a:pt x="2509518" y="-78"/>
                  <a:pt x="2554292" y="1163"/>
                  <a:pt x="2599067" y="4428"/>
                </a:cubicBezTo>
                <a:cubicBezTo>
                  <a:pt x="2749817" y="17813"/>
                  <a:pt x="2901270" y="21079"/>
                  <a:pt x="3052443" y="14222"/>
                </a:cubicBezTo>
                <a:cubicBezTo>
                  <a:pt x="3173923" y="5694"/>
                  <a:pt x="3295774" y="4206"/>
                  <a:pt x="3417420" y="9782"/>
                </a:cubicBezTo>
                <a:cubicBezTo>
                  <a:pt x="3530764" y="16442"/>
                  <a:pt x="3644108" y="23233"/>
                  <a:pt x="3757835" y="19315"/>
                </a:cubicBezTo>
                <a:cubicBezTo>
                  <a:pt x="3803121" y="17748"/>
                  <a:pt x="3847768" y="15789"/>
                  <a:pt x="3892671" y="13177"/>
                </a:cubicBezTo>
                <a:cubicBezTo>
                  <a:pt x="3933972" y="9619"/>
                  <a:pt x="3975386" y="7938"/>
                  <a:pt x="4016790" y="8134"/>
                </a:cubicBezTo>
                <a:lnTo>
                  <a:pt x="4034037" y="8999"/>
                </a:lnTo>
                <a:lnTo>
                  <a:pt x="4035370" y="62503"/>
                </a:lnTo>
                <a:cubicBezTo>
                  <a:pt x="4033549" y="118790"/>
                  <a:pt x="4026390" y="174983"/>
                  <a:pt x="4020562" y="231143"/>
                </a:cubicBezTo>
                <a:cubicBezTo>
                  <a:pt x="4014860" y="285717"/>
                  <a:pt x="4006498" y="343464"/>
                  <a:pt x="4019168" y="393470"/>
                </a:cubicBezTo>
                <a:cubicBezTo>
                  <a:pt x="4042480" y="482184"/>
                  <a:pt x="4024236" y="566457"/>
                  <a:pt x="4014100" y="651618"/>
                </a:cubicBezTo>
                <a:cubicBezTo>
                  <a:pt x="4001874" y="734926"/>
                  <a:pt x="4003635" y="819681"/>
                  <a:pt x="4019295" y="902406"/>
                </a:cubicBezTo>
                <a:cubicBezTo>
                  <a:pt x="4031711" y="960787"/>
                  <a:pt x="4031711" y="1020184"/>
                  <a:pt x="4033231" y="1078946"/>
                </a:cubicBezTo>
                <a:cubicBezTo>
                  <a:pt x="4034118" y="1115753"/>
                  <a:pt x="4020562" y="1153193"/>
                  <a:pt x="4011566" y="1189872"/>
                </a:cubicBezTo>
                <a:cubicBezTo>
                  <a:pt x="3995476" y="1256123"/>
                  <a:pt x="3989648" y="1323388"/>
                  <a:pt x="4011566" y="1387989"/>
                </a:cubicBezTo>
                <a:lnTo>
                  <a:pt x="4038599" y="1495613"/>
                </a:lnTo>
                <a:lnTo>
                  <a:pt x="4038599" y="1746509"/>
                </a:lnTo>
                <a:lnTo>
                  <a:pt x="4038283" y="1749734"/>
                </a:lnTo>
                <a:cubicBezTo>
                  <a:pt x="4035575" y="1779147"/>
                  <a:pt x="4032408" y="1808464"/>
                  <a:pt x="4026896" y="1837274"/>
                </a:cubicBezTo>
                <a:cubicBezTo>
                  <a:pt x="4008779" y="1932843"/>
                  <a:pt x="4015240" y="2027776"/>
                  <a:pt x="4029684" y="2121948"/>
                </a:cubicBezTo>
                <a:cubicBezTo>
                  <a:pt x="4039832" y="2200637"/>
                  <a:pt x="4040934" y="2280226"/>
                  <a:pt x="4032978" y="2359155"/>
                </a:cubicBezTo>
                <a:lnTo>
                  <a:pt x="4023519" y="2496030"/>
                </a:lnTo>
                <a:lnTo>
                  <a:pt x="0" y="2496030"/>
                </a:lnTo>
                <a:lnTo>
                  <a:pt x="0" y="12459"/>
                </a:lnTo>
                <a:lnTo>
                  <a:pt x="17104" y="15006"/>
                </a:lnTo>
                <a:cubicBezTo>
                  <a:pt x="83627" y="15006"/>
                  <a:pt x="150022" y="12263"/>
                  <a:pt x="216416" y="7824"/>
                </a:cubicBezTo>
                <a:cubicBezTo>
                  <a:pt x="361434" y="-156"/>
                  <a:pt x="506837" y="3162"/>
                  <a:pt x="651370" y="17748"/>
                </a:cubicBezTo>
                <a:cubicBezTo>
                  <a:pt x="753623" y="25440"/>
                  <a:pt x="856335" y="24213"/>
                  <a:pt x="958396" y="14092"/>
                </a:cubicBezTo>
                <a:cubicBezTo>
                  <a:pt x="1145682" y="-1710"/>
                  <a:pt x="1332584" y="10958"/>
                  <a:pt x="1519486" y="21666"/>
                </a:cubicBezTo>
                <a:cubicBezTo>
                  <a:pt x="1700504" y="32113"/>
                  <a:pt x="1881394" y="24408"/>
                  <a:pt x="2062411" y="17487"/>
                </a:cubicBezTo>
                <a:cubicBezTo>
                  <a:pt x="2196255" y="12394"/>
                  <a:pt x="2330459" y="249"/>
                  <a:pt x="2464753" y="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2ABE113B-49CB-42B2-AC93-B3DF044078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041336" cy="4193763"/>
          </a:xfrm>
          <a:custGeom>
            <a:avLst/>
            <a:gdLst>
              <a:gd name="connsiteX0" fmla="*/ 0 w 4041336"/>
              <a:gd name="connsiteY0" fmla="*/ 0 h 4193763"/>
              <a:gd name="connsiteX1" fmla="*/ 4019848 w 4041336"/>
              <a:gd name="connsiteY1" fmla="*/ 0 h 4193763"/>
              <a:gd name="connsiteX2" fmla="*/ 4021195 w 4041336"/>
              <a:gd name="connsiteY2" fmla="*/ 11419 h 4193763"/>
              <a:gd name="connsiteX3" fmla="*/ 4037665 w 4041336"/>
              <a:gd name="connsiteY3" fmla="*/ 264364 h 4193763"/>
              <a:gd name="connsiteX4" fmla="*/ 4034118 w 4041336"/>
              <a:gd name="connsiteY4" fmla="*/ 574168 h 4193763"/>
              <a:gd name="connsiteX5" fmla="*/ 4026263 w 4041336"/>
              <a:gd name="connsiteY5" fmla="*/ 838028 h 4193763"/>
              <a:gd name="connsiteX6" fmla="*/ 4026263 w 4041336"/>
              <a:gd name="connsiteY6" fmla="*/ 847166 h 4193763"/>
              <a:gd name="connsiteX7" fmla="*/ 4026263 w 4041336"/>
              <a:gd name="connsiteY7" fmla="*/ 1138186 h 4193763"/>
              <a:gd name="connsiteX8" fmla="*/ 4024109 w 4041336"/>
              <a:gd name="connsiteY8" fmla="*/ 1259137 h 4193763"/>
              <a:gd name="connsiteX9" fmla="*/ 4016887 w 4041336"/>
              <a:gd name="connsiteY9" fmla="*/ 1412960 h 4193763"/>
              <a:gd name="connsiteX10" fmla="*/ 4026263 w 4041336"/>
              <a:gd name="connsiteY10" fmla="*/ 1539116 h 4193763"/>
              <a:gd name="connsiteX11" fmla="*/ 4024869 w 4041336"/>
              <a:gd name="connsiteY11" fmla="*/ 1823155 h 4193763"/>
              <a:gd name="connsiteX12" fmla="*/ 4017014 w 4041336"/>
              <a:gd name="connsiteY12" fmla="*/ 2154154 h 4193763"/>
              <a:gd name="connsiteX13" fmla="*/ 4017014 w 4041336"/>
              <a:gd name="connsiteY13" fmla="*/ 2421948 h 4193763"/>
              <a:gd name="connsiteX14" fmla="*/ 4029684 w 4041336"/>
              <a:gd name="connsiteY14" fmla="*/ 2667279 h 4193763"/>
              <a:gd name="connsiteX15" fmla="*/ 4019421 w 4041336"/>
              <a:gd name="connsiteY15" fmla="*/ 2956268 h 4193763"/>
              <a:gd name="connsiteX16" fmla="*/ 4022082 w 4041336"/>
              <a:gd name="connsiteY16" fmla="*/ 3094480 h 4193763"/>
              <a:gd name="connsiteX17" fmla="*/ 4027656 w 4041336"/>
              <a:gd name="connsiteY17" fmla="*/ 3260614 h 4193763"/>
              <a:gd name="connsiteX18" fmla="*/ 4009412 w 4041336"/>
              <a:gd name="connsiteY18" fmla="*/ 3538181 h 4193763"/>
              <a:gd name="connsiteX19" fmla="*/ 4031711 w 4041336"/>
              <a:gd name="connsiteY19" fmla="*/ 3694923 h 4193763"/>
              <a:gd name="connsiteX20" fmla="*/ 4038425 w 4041336"/>
              <a:gd name="connsiteY20" fmla="*/ 3836308 h 4193763"/>
              <a:gd name="connsiteX21" fmla="*/ 4029810 w 4041336"/>
              <a:gd name="connsiteY21" fmla="*/ 3956245 h 4193763"/>
              <a:gd name="connsiteX22" fmla="*/ 4013847 w 4041336"/>
              <a:gd name="connsiteY22" fmla="*/ 4114764 h 4193763"/>
              <a:gd name="connsiteX23" fmla="*/ 4010970 w 4041336"/>
              <a:gd name="connsiteY23" fmla="*/ 4161894 h 4193763"/>
              <a:gd name="connsiteX24" fmla="*/ 4002764 w 4041336"/>
              <a:gd name="connsiteY24" fmla="*/ 4161042 h 4193763"/>
              <a:gd name="connsiteX25" fmla="*/ 3868108 w 4041336"/>
              <a:gd name="connsiteY25" fmla="*/ 4163980 h 4193763"/>
              <a:gd name="connsiteX26" fmla="*/ 3174741 w 4041336"/>
              <a:gd name="connsiteY26" fmla="*/ 4175341 h 4193763"/>
              <a:gd name="connsiteX27" fmla="*/ 2247906 w 4041336"/>
              <a:gd name="connsiteY27" fmla="*/ 4167376 h 4193763"/>
              <a:gd name="connsiteX28" fmla="*/ 2057934 w 4041336"/>
              <a:gd name="connsiteY28" fmla="*/ 4175733 h 4193763"/>
              <a:gd name="connsiteX29" fmla="*/ 1797729 w 4041336"/>
              <a:gd name="connsiteY29" fmla="*/ 4165547 h 4193763"/>
              <a:gd name="connsiteX30" fmla="*/ 1485458 w 4041336"/>
              <a:gd name="connsiteY30" fmla="*/ 4175995 h 4193763"/>
              <a:gd name="connsiteX31" fmla="*/ 949185 w 4041336"/>
              <a:gd name="connsiteY31" fmla="*/ 4186181 h 4193763"/>
              <a:gd name="connsiteX32" fmla="*/ 357136 w 4041336"/>
              <a:gd name="connsiteY32" fmla="*/ 4175995 h 4193763"/>
              <a:gd name="connsiteX33" fmla="*/ 0 w 4041336"/>
              <a:gd name="connsiteY33" fmla="*/ 4175060 h 4193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41336" h="4193763">
                <a:moveTo>
                  <a:pt x="0" y="0"/>
                </a:moveTo>
                <a:lnTo>
                  <a:pt x="4019848" y="0"/>
                </a:lnTo>
                <a:lnTo>
                  <a:pt x="4021195" y="11419"/>
                </a:lnTo>
                <a:cubicBezTo>
                  <a:pt x="4036145" y="95184"/>
                  <a:pt x="4033611" y="180091"/>
                  <a:pt x="4037665" y="264364"/>
                </a:cubicBezTo>
                <a:cubicBezTo>
                  <a:pt x="4042480" y="367421"/>
                  <a:pt x="4036399" y="470858"/>
                  <a:pt x="4034118" y="574168"/>
                </a:cubicBezTo>
                <a:cubicBezTo>
                  <a:pt x="4032344" y="662121"/>
                  <a:pt x="4023602" y="749948"/>
                  <a:pt x="4026263" y="838028"/>
                </a:cubicBezTo>
                <a:cubicBezTo>
                  <a:pt x="4026453" y="841074"/>
                  <a:pt x="4026453" y="844120"/>
                  <a:pt x="4026263" y="847166"/>
                </a:cubicBezTo>
                <a:cubicBezTo>
                  <a:pt x="4018154" y="944003"/>
                  <a:pt x="4018154" y="1041348"/>
                  <a:pt x="4026263" y="1138186"/>
                </a:cubicBezTo>
                <a:cubicBezTo>
                  <a:pt x="4028835" y="1178494"/>
                  <a:pt x="4028113" y="1218943"/>
                  <a:pt x="4024109" y="1259137"/>
                </a:cubicBezTo>
                <a:cubicBezTo>
                  <a:pt x="4020308" y="1310285"/>
                  <a:pt x="4008145" y="1362194"/>
                  <a:pt x="4016887" y="1412960"/>
                </a:cubicBezTo>
                <a:cubicBezTo>
                  <a:pt x="4022576" y="1454780"/>
                  <a:pt x="4025705" y="1496916"/>
                  <a:pt x="4026263" y="1539116"/>
                </a:cubicBezTo>
                <a:cubicBezTo>
                  <a:pt x="4030697" y="1633542"/>
                  <a:pt x="4026516" y="1728475"/>
                  <a:pt x="4024869" y="1823155"/>
                </a:cubicBezTo>
                <a:cubicBezTo>
                  <a:pt x="4023095" y="1933446"/>
                  <a:pt x="4025883" y="2043737"/>
                  <a:pt x="4017014" y="2154154"/>
                </a:cubicBezTo>
                <a:cubicBezTo>
                  <a:pt x="4012136" y="2243351"/>
                  <a:pt x="4012136" y="2332751"/>
                  <a:pt x="4017014" y="2421948"/>
                </a:cubicBezTo>
                <a:cubicBezTo>
                  <a:pt x="4019421" y="2503683"/>
                  <a:pt x="4031711" y="2584656"/>
                  <a:pt x="4029684" y="2667279"/>
                </a:cubicBezTo>
                <a:cubicBezTo>
                  <a:pt x="4027276" y="2763608"/>
                  <a:pt x="4015874" y="2859684"/>
                  <a:pt x="4019421" y="2956268"/>
                </a:cubicBezTo>
                <a:cubicBezTo>
                  <a:pt x="4021068" y="3002339"/>
                  <a:pt x="4021195" y="3048410"/>
                  <a:pt x="4022082" y="3094480"/>
                </a:cubicBezTo>
                <a:cubicBezTo>
                  <a:pt x="4023222" y="3149943"/>
                  <a:pt x="4033231" y="3205278"/>
                  <a:pt x="4027656" y="3260614"/>
                </a:cubicBezTo>
                <a:cubicBezTo>
                  <a:pt x="4018408" y="3352883"/>
                  <a:pt x="3994462" y="3443628"/>
                  <a:pt x="4009412" y="3538181"/>
                </a:cubicBezTo>
                <a:cubicBezTo>
                  <a:pt x="4017647" y="3590217"/>
                  <a:pt x="4026896" y="3642380"/>
                  <a:pt x="4031711" y="3694923"/>
                </a:cubicBezTo>
                <a:cubicBezTo>
                  <a:pt x="4035892" y="3741882"/>
                  <a:pt x="4046407" y="3789603"/>
                  <a:pt x="4038425" y="3836308"/>
                </a:cubicBezTo>
                <a:cubicBezTo>
                  <a:pt x="4031584" y="3876287"/>
                  <a:pt x="4035131" y="3916266"/>
                  <a:pt x="4029810" y="3956245"/>
                </a:cubicBezTo>
                <a:cubicBezTo>
                  <a:pt x="4022842" y="4008661"/>
                  <a:pt x="4019168" y="4061966"/>
                  <a:pt x="4013847" y="4114764"/>
                </a:cubicBezTo>
                <a:lnTo>
                  <a:pt x="4010970" y="4161894"/>
                </a:lnTo>
                <a:lnTo>
                  <a:pt x="4002764" y="4161042"/>
                </a:lnTo>
                <a:cubicBezTo>
                  <a:pt x="3957904" y="4159210"/>
                  <a:pt x="3912934" y="4160186"/>
                  <a:pt x="3868108" y="4163980"/>
                </a:cubicBezTo>
                <a:cubicBezTo>
                  <a:pt x="3637072" y="4178737"/>
                  <a:pt x="3405779" y="4172076"/>
                  <a:pt x="3174741" y="4175341"/>
                </a:cubicBezTo>
                <a:cubicBezTo>
                  <a:pt x="2865668" y="4179782"/>
                  <a:pt x="2556851" y="4168420"/>
                  <a:pt x="2247906" y="4167376"/>
                </a:cubicBezTo>
                <a:cubicBezTo>
                  <a:pt x="2184582" y="4167115"/>
                  <a:pt x="2121002" y="4170510"/>
                  <a:pt x="2057934" y="4175733"/>
                </a:cubicBezTo>
                <a:cubicBezTo>
                  <a:pt x="1970560" y="4182786"/>
                  <a:pt x="1884336" y="4173905"/>
                  <a:pt x="1797729" y="4165547"/>
                </a:cubicBezTo>
                <a:cubicBezTo>
                  <a:pt x="1693340" y="4155492"/>
                  <a:pt x="1589207" y="4164372"/>
                  <a:pt x="1485458" y="4175995"/>
                </a:cubicBezTo>
                <a:cubicBezTo>
                  <a:pt x="1307344" y="4195571"/>
                  <a:pt x="1127888" y="4198979"/>
                  <a:pt x="949185" y="4186181"/>
                </a:cubicBezTo>
                <a:cubicBezTo>
                  <a:pt x="751793" y="4172468"/>
                  <a:pt x="554529" y="4174950"/>
                  <a:pt x="357136" y="4175995"/>
                </a:cubicBezTo>
                <a:lnTo>
                  <a:pt x="0" y="41750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4296" y="329184"/>
            <a:ext cx="6894576" cy="1783080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6" y="2706624"/>
            <a:ext cx="6894576" cy="3483864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>
              <a:defRPr sz="2000"/>
            </a:lvl2pPr>
            <a:lvl3pPr marL="457200">
              <a:defRPr sz="1800"/>
            </a:lvl3pPr>
            <a:lvl4pPr marL="685800">
              <a:defRPr sz="1600"/>
            </a:lvl4pPr>
            <a:lvl5pPr marL="914400"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108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9B1377BC-1A5F-4113-953E-30CA51FC6F91}"/>
              </a:ext>
            </a:extLst>
          </p:cNvPr>
          <p:cNvSpPr/>
          <p:nvPr userDrawn="1"/>
        </p:nvSpPr>
        <p:spPr>
          <a:xfrm>
            <a:off x="4654296" y="239572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803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CB56F624-1B75-47D6-8B9E-1F3E7840AE13}"/>
              </a:ext>
            </a:extLst>
          </p:cNvPr>
          <p:cNvSpPr>
            <a:spLocks noChangeAspect="1"/>
          </p:cNvSpPr>
          <p:nvPr userDrawn="1"/>
        </p:nvSpPr>
        <p:spPr>
          <a:xfrm>
            <a:off x="807242" y="612648"/>
            <a:ext cx="10577516" cy="5566372"/>
          </a:xfrm>
          <a:custGeom>
            <a:avLst/>
            <a:gdLst>
              <a:gd name="connsiteX0" fmla="*/ 2871593 w 10577516"/>
              <a:gd name="connsiteY0" fmla="*/ 5218333 h 5566372"/>
              <a:gd name="connsiteX1" fmla="*/ 3890441 w 10577516"/>
              <a:gd name="connsiteY1" fmla="*/ 5441298 h 5566372"/>
              <a:gd name="connsiteX2" fmla="*/ 4931282 w 10577516"/>
              <a:gd name="connsiteY2" fmla="*/ 5506891 h 5566372"/>
              <a:gd name="connsiteX3" fmla="*/ 2871593 w 10577516"/>
              <a:gd name="connsiteY3" fmla="*/ 5218333 h 5566372"/>
              <a:gd name="connsiteX4" fmla="*/ 4720395 w 10577516"/>
              <a:gd name="connsiteY4" fmla="*/ 128662 h 5566372"/>
              <a:gd name="connsiteX5" fmla="*/ 3554723 w 10577516"/>
              <a:gd name="connsiteY5" fmla="*/ 250059 h 5566372"/>
              <a:gd name="connsiteX6" fmla="*/ 2497230 w 10577516"/>
              <a:gd name="connsiteY6" fmla="*/ 530354 h 5566372"/>
              <a:gd name="connsiteX7" fmla="*/ 2960194 w 10577516"/>
              <a:gd name="connsiteY7" fmla="*/ 403237 h 5566372"/>
              <a:gd name="connsiteX8" fmla="*/ 3980314 w 10577516"/>
              <a:gd name="connsiteY8" fmla="*/ 212560 h 5566372"/>
              <a:gd name="connsiteX9" fmla="*/ 4677428 w 10577516"/>
              <a:gd name="connsiteY9" fmla="*/ 139593 h 5566372"/>
              <a:gd name="connsiteX10" fmla="*/ 4760675 w 10577516"/>
              <a:gd name="connsiteY10" fmla="*/ 134906 h 5566372"/>
              <a:gd name="connsiteX11" fmla="*/ 4792997 w 10577516"/>
              <a:gd name="connsiteY11" fmla="*/ 130123 h 5566372"/>
              <a:gd name="connsiteX12" fmla="*/ 4798006 w 10577516"/>
              <a:gd name="connsiteY12" fmla="*/ 130828 h 5566372"/>
              <a:gd name="connsiteX13" fmla="*/ 4798006 w 10577516"/>
              <a:gd name="connsiteY13" fmla="*/ 129381 h 5566372"/>
              <a:gd name="connsiteX14" fmla="*/ 4792997 w 10577516"/>
              <a:gd name="connsiteY14" fmla="*/ 130123 h 5566372"/>
              <a:gd name="connsiteX15" fmla="*/ 4788863 w 10577516"/>
              <a:gd name="connsiteY15" fmla="*/ 129541 h 5566372"/>
              <a:gd name="connsiteX16" fmla="*/ 4720395 w 10577516"/>
              <a:gd name="connsiteY16" fmla="*/ 128662 h 5566372"/>
              <a:gd name="connsiteX17" fmla="*/ 6438297 w 10577516"/>
              <a:gd name="connsiteY17" fmla="*/ 19 h 5566372"/>
              <a:gd name="connsiteX18" fmla="*/ 7523724 w 10577516"/>
              <a:gd name="connsiteY18" fmla="*/ 104129 h 5566372"/>
              <a:gd name="connsiteX19" fmla="*/ 8525668 w 10577516"/>
              <a:gd name="connsiteY19" fmla="*/ 421922 h 5566372"/>
              <a:gd name="connsiteX20" fmla="*/ 9518204 w 10577516"/>
              <a:gd name="connsiteY20" fmla="*/ 1055605 h 5566372"/>
              <a:gd name="connsiteX21" fmla="*/ 10008242 w 10577516"/>
              <a:gd name="connsiteY21" fmla="*/ 1589500 h 5566372"/>
              <a:gd name="connsiteX22" fmla="*/ 10325274 w 10577516"/>
              <a:gd name="connsiteY22" fmla="*/ 2051574 h 5566372"/>
              <a:gd name="connsiteX23" fmla="*/ 10565908 w 10577516"/>
              <a:gd name="connsiteY23" fmla="*/ 2649028 h 5566372"/>
              <a:gd name="connsiteX24" fmla="*/ 10542137 w 10577516"/>
              <a:gd name="connsiteY24" fmla="*/ 2966823 h 5566372"/>
              <a:gd name="connsiteX25" fmla="*/ 10513789 w 10577516"/>
              <a:gd name="connsiteY25" fmla="*/ 3066355 h 5566372"/>
              <a:gd name="connsiteX26" fmla="*/ 10417308 w 10577516"/>
              <a:gd name="connsiteY26" fmla="*/ 3369150 h 5566372"/>
              <a:gd name="connsiteX27" fmla="*/ 9794430 w 10577516"/>
              <a:gd name="connsiteY27" fmla="*/ 4220840 h 5566372"/>
              <a:gd name="connsiteX28" fmla="*/ 8719522 w 10577516"/>
              <a:gd name="connsiteY28" fmla="*/ 4888463 h 5566372"/>
              <a:gd name="connsiteX29" fmla="*/ 7693808 w 10577516"/>
              <a:gd name="connsiteY29" fmla="*/ 5234223 h 5566372"/>
              <a:gd name="connsiteX30" fmla="*/ 7092669 w 10577516"/>
              <a:gd name="connsiteY30" fmla="*/ 5363248 h 5566372"/>
              <a:gd name="connsiteX31" fmla="*/ 6240978 w 10577516"/>
              <a:gd name="connsiteY31" fmla="*/ 5507272 h 5566372"/>
              <a:gd name="connsiteX32" fmla="*/ 5462508 w 10577516"/>
              <a:gd name="connsiteY32" fmla="*/ 5559010 h 5566372"/>
              <a:gd name="connsiteX33" fmla="*/ 4386329 w 10577516"/>
              <a:gd name="connsiteY33" fmla="*/ 5548839 h 5566372"/>
              <a:gd name="connsiteX34" fmla="*/ 3501461 w 10577516"/>
              <a:gd name="connsiteY34" fmla="*/ 5432782 h 5566372"/>
              <a:gd name="connsiteX35" fmla="*/ 2624348 w 10577516"/>
              <a:gd name="connsiteY35" fmla="*/ 5200409 h 5566372"/>
              <a:gd name="connsiteX36" fmla="*/ 2221385 w 10577516"/>
              <a:gd name="connsiteY36" fmla="*/ 5053589 h 5566372"/>
              <a:gd name="connsiteX37" fmla="*/ 1173934 w 10577516"/>
              <a:gd name="connsiteY37" fmla="*/ 4636388 h 5566372"/>
              <a:gd name="connsiteX38" fmla="*/ 438176 w 10577516"/>
              <a:gd name="connsiteY38" fmla="*/ 4080883 h 5566372"/>
              <a:gd name="connsiteX39" fmla="*/ 18687 w 10577516"/>
              <a:gd name="connsiteY39" fmla="*/ 2942161 h 5566372"/>
              <a:gd name="connsiteX40" fmla="*/ 0 w 10577516"/>
              <a:gd name="connsiteY40" fmla="*/ 2832713 h 5566372"/>
              <a:gd name="connsiteX41" fmla="*/ 0 w 10577516"/>
              <a:gd name="connsiteY41" fmla="*/ 2747290 h 5566372"/>
              <a:gd name="connsiteX42" fmla="*/ 14746 w 10577516"/>
              <a:gd name="connsiteY42" fmla="*/ 2661993 h 5566372"/>
              <a:gd name="connsiteX43" fmla="*/ 292753 w 10577516"/>
              <a:gd name="connsiteY43" fmla="*/ 1968947 h 5566372"/>
              <a:gd name="connsiteX44" fmla="*/ 923893 w 10577516"/>
              <a:gd name="connsiteY44" fmla="*/ 1299417 h 5566372"/>
              <a:gd name="connsiteX45" fmla="*/ 2035538 w 10577516"/>
              <a:gd name="connsiteY45" fmla="*/ 648828 h 5566372"/>
              <a:gd name="connsiteX46" fmla="*/ 3545571 w 10577516"/>
              <a:gd name="connsiteY46" fmla="*/ 196289 h 5566372"/>
              <a:gd name="connsiteX47" fmla="*/ 5211705 w 10577516"/>
              <a:gd name="connsiteY47" fmla="*/ 78323 h 5566372"/>
              <a:gd name="connsiteX48" fmla="*/ 5467720 w 10577516"/>
              <a:gd name="connsiteY48" fmla="*/ 77052 h 5566372"/>
              <a:gd name="connsiteX49" fmla="*/ 6073564 w 10577516"/>
              <a:gd name="connsiteY49" fmla="*/ 11840 h 5566372"/>
              <a:gd name="connsiteX50" fmla="*/ 6438297 w 10577516"/>
              <a:gd name="connsiteY50" fmla="*/ 19 h 5566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10577516" h="5566372">
                <a:moveTo>
                  <a:pt x="2871593" y="5218333"/>
                </a:moveTo>
                <a:cubicBezTo>
                  <a:pt x="2990956" y="5269180"/>
                  <a:pt x="3517223" y="5383586"/>
                  <a:pt x="3890441" y="5441298"/>
                </a:cubicBezTo>
                <a:cubicBezTo>
                  <a:pt x="4162855" y="5483248"/>
                  <a:pt x="4828063" y="5526341"/>
                  <a:pt x="4931282" y="5506891"/>
                </a:cubicBezTo>
                <a:cubicBezTo>
                  <a:pt x="4236330" y="5449560"/>
                  <a:pt x="3552816" y="5364900"/>
                  <a:pt x="2871593" y="5218333"/>
                </a:cubicBezTo>
                <a:close/>
                <a:moveTo>
                  <a:pt x="4720395" y="128662"/>
                </a:moveTo>
                <a:cubicBezTo>
                  <a:pt x="4329266" y="138551"/>
                  <a:pt x="3939509" y="179153"/>
                  <a:pt x="3554723" y="250059"/>
                </a:cubicBezTo>
                <a:cubicBezTo>
                  <a:pt x="3195336" y="315207"/>
                  <a:pt x="2841707" y="408943"/>
                  <a:pt x="2497230" y="530354"/>
                </a:cubicBezTo>
                <a:cubicBezTo>
                  <a:pt x="2650917" y="485354"/>
                  <a:pt x="2804728" y="441372"/>
                  <a:pt x="2960194" y="403237"/>
                </a:cubicBezTo>
                <a:cubicBezTo>
                  <a:pt x="3296586" y="321538"/>
                  <a:pt x="3637121" y="257890"/>
                  <a:pt x="3980314" y="212560"/>
                </a:cubicBezTo>
                <a:cubicBezTo>
                  <a:pt x="4212050" y="181797"/>
                  <a:pt x="4444422" y="158280"/>
                  <a:pt x="4677428" y="139593"/>
                </a:cubicBezTo>
                <a:cubicBezTo>
                  <a:pt x="4704949" y="137369"/>
                  <a:pt x="4732915" y="137369"/>
                  <a:pt x="4760675" y="134906"/>
                </a:cubicBezTo>
                <a:lnTo>
                  <a:pt x="4792997" y="130123"/>
                </a:lnTo>
                <a:lnTo>
                  <a:pt x="4798006" y="130828"/>
                </a:lnTo>
                <a:lnTo>
                  <a:pt x="4798006" y="129381"/>
                </a:lnTo>
                <a:lnTo>
                  <a:pt x="4792997" y="130123"/>
                </a:lnTo>
                <a:lnTo>
                  <a:pt x="4788863" y="129541"/>
                </a:lnTo>
                <a:cubicBezTo>
                  <a:pt x="4766106" y="127801"/>
                  <a:pt x="4743237" y="127505"/>
                  <a:pt x="4720395" y="128662"/>
                </a:cubicBezTo>
                <a:close/>
                <a:moveTo>
                  <a:pt x="6438297" y="19"/>
                </a:moveTo>
                <a:cubicBezTo>
                  <a:pt x="6802322" y="-887"/>
                  <a:pt x="7164203" y="31671"/>
                  <a:pt x="7523724" y="104129"/>
                </a:cubicBezTo>
                <a:cubicBezTo>
                  <a:pt x="7868594" y="172060"/>
                  <a:pt x="8204694" y="278661"/>
                  <a:pt x="8525668" y="421922"/>
                </a:cubicBezTo>
                <a:cubicBezTo>
                  <a:pt x="8886414" y="582180"/>
                  <a:pt x="9221001" y="795802"/>
                  <a:pt x="9518204" y="1055605"/>
                </a:cubicBezTo>
                <a:cubicBezTo>
                  <a:pt x="9701176" y="1214502"/>
                  <a:pt x="9865578" y="1393612"/>
                  <a:pt x="10008242" y="1589500"/>
                </a:cubicBezTo>
                <a:cubicBezTo>
                  <a:pt x="10117308" y="1741190"/>
                  <a:pt x="10222982" y="1895218"/>
                  <a:pt x="10325274" y="2051574"/>
                </a:cubicBezTo>
                <a:cubicBezTo>
                  <a:pt x="10446215" y="2231789"/>
                  <a:pt x="10528180" y="2435291"/>
                  <a:pt x="10565908" y="2649028"/>
                </a:cubicBezTo>
                <a:cubicBezTo>
                  <a:pt x="10584595" y="2757459"/>
                  <a:pt x="10583451" y="2862839"/>
                  <a:pt x="10542137" y="2966823"/>
                </a:cubicBezTo>
                <a:cubicBezTo>
                  <a:pt x="10530023" y="2999186"/>
                  <a:pt x="10520540" y="3032466"/>
                  <a:pt x="10513789" y="3066355"/>
                </a:cubicBezTo>
                <a:cubicBezTo>
                  <a:pt x="10490298" y="3169843"/>
                  <a:pt x="10458023" y="3271142"/>
                  <a:pt x="10417308" y="3369150"/>
                </a:cubicBezTo>
                <a:cubicBezTo>
                  <a:pt x="10279257" y="3703851"/>
                  <a:pt x="10062140" y="3980714"/>
                  <a:pt x="9794430" y="4220840"/>
                </a:cubicBezTo>
                <a:cubicBezTo>
                  <a:pt x="9475364" y="4506346"/>
                  <a:pt x="9109391" y="4716599"/>
                  <a:pt x="8719522" y="4888463"/>
                </a:cubicBezTo>
                <a:cubicBezTo>
                  <a:pt x="8388126" y="5034394"/>
                  <a:pt x="8044526" y="5145368"/>
                  <a:pt x="7693808" y="5234223"/>
                </a:cubicBezTo>
                <a:cubicBezTo>
                  <a:pt x="7495123" y="5285070"/>
                  <a:pt x="7294022" y="5324223"/>
                  <a:pt x="7092669" y="5363248"/>
                </a:cubicBezTo>
                <a:cubicBezTo>
                  <a:pt x="6809577" y="5418035"/>
                  <a:pt x="6527120" y="5474730"/>
                  <a:pt x="6240978" y="5507272"/>
                </a:cubicBezTo>
                <a:cubicBezTo>
                  <a:pt x="5982166" y="5536509"/>
                  <a:pt x="5722845" y="5554814"/>
                  <a:pt x="5462508" y="5559010"/>
                </a:cubicBezTo>
                <a:cubicBezTo>
                  <a:pt x="5103782" y="5564730"/>
                  <a:pt x="4744928" y="5576298"/>
                  <a:pt x="4386329" y="5548839"/>
                </a:cubicBezTo>
                <a:cubicBezTo>
                  <a:pt x="4089394" y="5527103"/>
                  <a:pt x="3793960" y="5488344"/>
                  <a:pt x="3501461" y="5432782"/>
                </a:cubicBezTo>
                <a:cubicBezTo>
                  <a:pt x="3204247" y="5374930"/>
                  <a:pt x="2911229" y="5297299"/>
                  <a:pt x="2624348" y="5200409"/>
                </a:cubicBezTo>
                <a:cubicBezTo>
                  <a:pt x="2488841" y="5154775"/>
                  <a:pt x="2358417" y="5094775"/>
                  <a:pt x="2221385" y="5053589"/>
                </a:cubicBezTo>
                <a:cubicBezTo>
                  <a:pt x="1859988" y="4945157"/>
                  <a:pt x="1506856" y="4815878"/>
                  <a:pt x="1173934" y="4636388"/>
                </a:cubicBezTo>
                <a:cubicBezTo>
                  <a:pt x="900250" y="4488931"/>
                  <a:pt x="647539" y="4313508"/>
                  <a:pt x="438176" y="4080883"/>
                </a:cubicBezTo>
                <a:cubicBezTo>
                  <a:pt x="146695" y="3757114"/>
                  <a:pt x="3178" y="3378811"/>
                  <a:pt x="18687" y="2942161"/>
                </a:cubicBezTo>
                <a:cubicBezTo>
                  <a:pt x="19582" y="2904814"/>
                  <a:pt x="13236" y="2867645"/>
                  <a:pt x="0" y="2832713"/>
                </a:cubicBezTo>
                <a:lnTo>
                  <a:pt x="0" y="2747290"/>
                </a:lnTo>
                <a:cubicBezTo>
                  <a:pt x="13474" y="2720341"/>
                  <a:pt x="10296" y="2690468"/>
                  <a:pt x="14746" y="2661993"/>
                </a:cubicBezTo>
                <a:cubicBezTo>
                  <a:pt x="54533" y="2409665"/>
                  <a:pt x="152923" y="2181106"/>
                  <a:pt x="292753" y="1968947"/>
                </a:cubicBezTo>
                <a:cubicBezTo>
                  <a:pt x="464108" y="1708991"/>
                  <a:pt x="680970" y="1491747"/>
                  <a:pt x="923893" y="1299417"/>
                </a:cubicBezTo>
                <a:cubicBezTo>
                  <a:pt x="1263678" y="1030182"/>
                  <a:pt x="1638930" y="820945"/>
                  <a:pt x="2035538" y="648828"/>
                </a:cubicBezTo>
                <a:cubicBezTo>
                  <a:pt x="2521001" y="438575"/>
                  <a:pt x="3025660" y="291755"/>
                  <a:pt x="3545571" y="196289"/>
                </a:cubicBezTo>
                <a:cubicBezTo>
                  <a:pt x="4094899" y="95674"/>
                  <a:pt x="4653670" y="56116"/>
                  <a:pt x="5211705" y="78323"/>
                </a:cubicBezTo>
                <a:cubicBezTo>
                  <a:pt x="5297128" y="81756"/>
                  <a:pt x="5383313" y="88620"/>
                  <a:pt x="5467720" y="77052"/>
                </a:cubicBezTo>
                <a:cubicBezTo>
                  <a:pt x="5669076" y="49467"/>
                  <a:pt x="5870557" y="24299"/>
                  <a:pt x="6073564" y="11840"/>
                </a:cubicBezTo>
                <a:cubicBezTo>
                  <a:pt x="6195374" y="4340"/>
                  <a:pt x="6316955" y="320"/>
                  <a:pt x="6438297" y="1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6544" y="1911096"/>
            <a:ext cx="8055864" cy="2075688"/>
          </a:xfrm>
        </p:spPr>
        <p:txBody>
          <a:bodyPr anchor="b"/>
          <a:lstStyle>
            <a:lvl1pPr algn="ctr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EC686F5F-8990-4C72-9CE5-9517854EA994}"/>
              </a:ext>
            </a:extLst>
          </p:cNvPr>
          <p:cNvSpPr/>
          <p:nvPr userDrawn="1"/>
        </p:nvSpPr>
        <p:spPr>
          <a:xfrm>
            <a:off x="3974206" y="417349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BBF36E3-BC05-42D6-BE88-CFA8276D6A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27832" y="4352544"/>
            <a:ext cx="5733288" cy="932688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915773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365125"/>
            <a:ext cx="10515600" cy="1325563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88"/>
            <a:ext cx="10515600" cy="41056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EBDD1931-9E86-4402-9A68-33A2D9EFB198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552069 w 10515600"/>
              <a:gd name="connsiteY1" fmla="*/ 0 h 27432"/>
              <a:gd name="connsiteX2" fmla="*/ 893826 w 10515600"/>
              <a:gd name="connsiteY2" fmla="*/ 0 h 27432"/>
              <a:gd name="connsiteX3" fmla="*/ 1761363 w 10515600"/>
              <a:gd name="connsiteY3" fmla="*/ 0 h 27432"/>
              <a:gd name="connsiteX4" fmla="*/ 2313432 w 10515600"/>
              <a:gd name="connsiteY4" fmla="*/ 0 h 27432"/>
              <a:gd name="connsiteX5" fmla="*/ 2865501 w 10515600"/>
              <a:gd name="connsiteY5" fmla="*/ 0 h 27432"/>
              <a:gd name="connsiteX6" fmla="*/ 3733038 w 10515600"/>
              <a:gd name="connsiteY6" fmla="*/ 0 h 27432"/>
              <a:gd name="connsiteX7" fmla="*/ 4179951 w 10515600"/>
              <a:gd name="connsiteY7" fmla="*/ 0 h 27432"/>
              <a:gd name="connsiteX8" fmla="*/ 5047488 w 10515600"/>
              <a:gd name="connsiteY8" fmla="*/ 0 h 27432"/>
              <a:gd name="connsiteX9" fmla="*/ 5915025 w 10515600"/>
              <a:gd name="connsiteY9" fmla="*/ 0 h 27432"/>
              <a:gd name="connsiteX10" fmla="*/ 6572250 w 10515600"/>
              <a:gd name="connsiteY10" fmla="*/ 0 h 27432"/>
              <a:gd name="connsiteX11" fmla="*/ 7439787 w 10515600"/>
              <a:gd name="connsiteY11" fmla="*/ 0 h 27432"/>
              <a:gd name="connsiteX12" fmla="*/ 7991856 w 10515600"/>
              <a:gd name="connsiteY12" fmla="*/ 0 h 27432"/>
              <a:gd name="connsiteX13" fmla="*/ 8543925 w 10515600"/>
              <a:gd name="connsiteY13" fmla="*/ 0 h 27432"/>
              <a:gd name="connsiteX14" fmla="*/ 9306306 w 10515600"/>
              <a:gd name="connsiteY14" fmla="*/ 0 h 27432"/>
              <a:gd name="connsiteX15" fmla="*/ 9858375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9753219 w 10515600"/>
              <a:gd name="connsiteY18" fmla="*/ 27432 h 27432"/>
              <a:gd name="connsiteX19" fmla="*/ 9411462 w 10515600"/>
              <a:gd name="connsiteY19" fmla="*/ 27432 h 27432"/>
              <a:gd name="connsiteX20" fmla="*/ 8964549 w 10515600"/>
              <a:gd name="connsiteY20" fmla="*/ 27432 h 27432"/>
              <a:gd name="connsiteX21" fmla="*/ 8097012 w 10515600"/>
              <a:gd name="connsiteY21" fmla="*/ 27432 h 27432"/>
              <a:gd name="connsiteX22" fmla="*/ 7439787 w 10515600"/>
              <a:gd name="connsiteY22" fmla="*/ 27432 h 27432"/>
              <a:gd name="connsiteX23" fmla="*/ 6992874 w 10515600"/>
              <a:gd name="connsiteY23" fmla="*/ 27432 h 27432"/>
              <a:gd name="connsiteX24" fmla="*/ 6335649 w 10515600"/>
              <a:gd name="connsiteY24" fmla="*/ 27432 h 27432"/>
              <a:gd name="connsiteX25" fmla="*/ 5993892 w 10515600"/>
              <a:gd name="connsiteY25" fmla="*/ 27432 h 27432"/>
              <a:gd name="connsiteX26" fmla="*/ 5652135 w 10515600"/>
              <a:gd name="connsiteY26" fmla="*/ 27432 h 27432"/>
              <a:gd name="connsiteX27" fmla="*/ 4994910 w 10515600"/>
              <a:gd name="connsiteY27" fmla="*/ 27432 h 27432"/>
              <a:gd name="connsiteX28" fmla="*/ 4547997 w 10515600"/>
              <a:gd name="connsiteY28" fmla="*/ 27432 h 27432"/>
              <a:gd name="connsiteX29" fmla="*/ 3785616 w 10515600"/>
              <a:gd name="connsiteY29" fmla="*/ 27432 h 27432"/>
              <a:gd name="connsiteX30" fmla="*/ 3338703 w 10515600"/>
              <a:gd name="connsiteY30" fmla="*/ 27432 h 27432"/>
              <a:gd name="connsiteX31" fmla="*/ 2576322 w 10515600"/>
              <a:gd name="connsiteY31" fmla="*/ 27432 h 27432"/>
              <a:gd name="connsiteX32" fmla="*/ 2234565 w 10515600"/>
              <a:gd name="connsiteY32" fmla="*/ 27432 h 27432"/>
              <a:gd name="connsiteX33" fmla="*/ 1472184 w 10515600"/>
              <a:gd name="connsiteY33" fmla="*/ 27432 h 27432"/>
              <a:gd name="connsiteX34" fmla="*/ 1025271 w 10515600"/>
              <a:gd name="connsiteY34" fmla="*/ 27432 h 27432"/>
              <a:gd name="connsiteX35" fmla="*/ 683514 w 10515600"/>
              <a:gd name="connsiteY35" fmla="*/ 27432 h 27432"/>
              <a:gd name="connsiteX36" fmla="*/ 0 w 10515600"/>
              <a:gd name="connsiteY36" fmla="*/ 27432 h 27432"/>
              <a:gd name="connsiteX37" fmla="*/ 0 w 10515600"/>
              <a:gd name="connsiteY37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515600" h="27432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noFill/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438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6F9E1DA-21B7-46CB-A98B-FA0C2179E1DE}"/>
              </a:ext>
            </a:extLst>
          </p:cNvPr>
          <p:cNvSpPr/>
          <p:nvPr userDrawn="1"/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048" y="932688"/>
            <a:ext cx="9144000" cy="2523744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74AF53-8E5D-4CC4-B341-32DDBD4237D3}"/>
              </a:ext>
            </a:extLst>
          </p:cNvPr>
          <p:cNvSpPr/>
          <p:nvPr userDrawn="1"/>
        </p:nvSpPr>
        <p:spPr>
          <a:xfrm>
            <a:off x="3974206" y="3542284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9470D2B-C603-4551-B51F-8216C72B2D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27048" y="3694176"/>
            <a:ext cx="9144000" cy="1627632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744367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BCD35F50-8168-4166-90C4-6A55BA443EB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32109" y="3063095"/>
            <a:ext cx="1463039" cy="1479810"/>
          </a:xfrm>
          <a:custGeom>
            <a:avLst/>
            <a:gdLst>
              <a:gd name="connsiteX0" fmla="*/ 866622 w 1463039"/>
              <a:gd name="connsiteY0" fmla="*/ 571 h 1479810"/>
              <a:gd name="connsiteX1" fmla="*/ 964706 w 1463039"/>
              <a:gd name="connsiteY1" fmla="*/ 8669 h 1479810"/>
              <a:gd name="connsiteX2" fmla="*/ 1111825 w 1463039"/>
              <a:gd name="connsiteY2" fmla="*/ 8366 h 1479810"/>
              <a:gd name="connsiteX3" fmla="*/ 1290055 w 1463039"/>
              <a:gd name="connsiteY3" fmla="*/ 8730 h 1479810"/>
              <a:gd name="connsiteX4" fmla="*/ 1417397 w 1463039"/>
              <a:gd name="connsiteY4" fmla="*/ 6608 h 1479810"/>
              <a:gd name="connsiteX5" fmla="*/ 1454473 w 1463039"/>
              <a:gd name="connsiteY5" fmla="*/ 5290 h 1479810"/>
              <a:gd name="connsiteX6" fmla="*/ 1449518 w 1463039"/>
              <a:gd name="connsiteY6" fmla="*/ 94305 h 1479810"/>
              <a:gd name="connsiteX7" fmla="*/ 1454054 w 1463039"/>
              <a:gd name="connsiteY7" fmla="*/ 198723 h 1479810"/>
              <a:gd name="connsiteX8" fmla="*/ 1456615 w 1463039"/>
              <a:gd name="connsiteY8" fmla="*/ 391199 h 1479810"/>
              <a:gd name="connsiteX9" fmla="*/ 1452607 w 1463039"/>
              <a:gd name="connsiteY9" fmla="*/ 565102 h 1479810"/>
              <a:gd name="connsiteX10" fmla="*/ 1461012 w 1463039"/>
              <a:gd name="connsiteY10" fmla="*/ 624834 h 1479810"/>
              <a:gd name="connsiteX11" fmla="*/ 1451383 w 1463039"/>
              <a:gd name="connsiteY11" fmla="*/ 907022 h 1479810"/>
              <a:gd name="connsiteX12" fmla="*/ 1452663 w 1463039"/>
              <a:gd name="connsiteY12" fmla="*/ 1009694 h 1479810"/>
              <a:gd name="connsiteX13" fmla="*/ 1456002 w 1463039"/>
              <a:gd name="connsiteY13" fmla="*/ 1096988 h 1479810"/>
              <a:gd name="connsiteX14" fmla="*/ 1453720 w 1463039"/>
              <a:gd name="connsiteY14" fmla="*/ 1174562 h 1479810"/>
              <a:gd name="connsiteX15" fmla="*/ 1461722 w 1463039"/>
              <a:gd name="connsiteY15" fmla="*/ 1280018 h 1479810"/>
              <a:gd name="connsiteX16" fmla="*/ 1463039 w 1463039"/>
              <a:gd name="connsiteY16" fmla="*/ 1330769 h 1479810"/>
              <a:gd name="connsiteX17" fmla="*/ 1463039 w 1463039"/>
              <a:gd name="connsiteY17" fmla="*/ 1433804 h 1479810"/>
              <a:gd name="connsiteX18" fmla="*/ 1458897 w 1463039"/>
              <a:gd name="connsiteY18" fmla="*/ 1471900 h 1479810"/>
              <a:gd name="connsiteX19" fmla="*/ 1458306 w 1463039"/>
              <a:gd name="connsiteY19" fmla="*/ 1476109 h 1479810"/>
              <a:gd name="connsiteX20" fmla="*/ 1456251 w 1463039"/>
              <a:gd name="connsiteY20" fmla="*/ 1476006 h 1479810"/>
              <a:gd name="connsiteX21" fmla="*/ 1358699 w 1463039"/>
              <a:gd name="connsiteY21" fmla="*/ 1478795 h 1479810"/>
              <a:gd name="connsiteX22" fmla="*/ 1337088 w 1463039"/>
              <a:gd name="connsiteY22" fmla="*/ 1479810 h 1479810"/>
              <a:gd name="connsiteX23" fmla="*/ 1199842 w 1463039"/>
              <a:gd name="connsiteY23" fmla="*/ 1479810 h 1479810"/>
              <a:gd name="connsiteX24" fmla="*/ 1178285 w 1463039"/>
              <a:gd name="connsiteY24" fmla="*/ 1478795 h 1479810"/>
              <a:gd name="connsiteX25" fmla="*/ 859950 w 1463039"/>
              <a:gd name="connsiteY25" fmla="*/ 1471898 h 1479810"/>
              <a:gd name="connsiteX26" fmla="*/ 711774 w 1463039"/>
              <a:gd name="connsiteY26" fmla="*/ 1479810 h 1479810"/>
              <a:gd name="connsiteX27" fmla="*/ 637511 w 1463039"/>
              <a:gd name="connsiteY27" fmla="*/ 1479810 h 1479810"/>
              <a:gd name="connsiteX28" fmla="*/ 500700 w 1463039"/>
              <a:gd name="connsiteY28" fmla="*/ 1474455 h 1479810"/>
              <a:gd name="connsiteX29" fmla="*/ 234328 w 1463039"/>
              <a:gd name="connsiteY29" fmla="*/ 1468257 h 1479810"/>
              <a:gd name="connsiteX30" fmla="*/ 183686 w 1463039"/>
              <a:gd name="connsiteY30" fmla="*/ 1476228 h 1479810"/>
              <a:gd name="connsiteX31" fmla="*/ 157756 w 1463039"/>
              <a:gd name="connsiteY31" fmla="*/ 1479810 h 1479810"/>
              <a:gd name="connsiteX32" fmla="*/ 13214 w 1463039"/>
              <a:gd name="connsiteY32" fmla="*/ 1479810 h 1479810"/>
              <a:gd name="connsiteX33" fmla="*/ 15315 w 1463039"/>
              <a:gd name="connsiteY33" fmla="*/ 1462749 h 1479810"/>
              <a:gd name="connsiteX34" fmla="*/ 11891 w 1463039"/>
              <a:gd name="connsiteY34" fmla="*/ 1410409 h 1479810"/>
              <a:gd name="connsiteX35" fmla="*/ 6411 w 1463039"/>
              <a:gd name="connsiteY35" fmla="*/ 1244508 h 1479810"/>
              <a:gd name="connsiteX36" fmla="*/ 6849 w 1463039"/>
              <a:gd name="connsiteY36" fmla="*/ 1119455 h 1479810"/>
              <a:gd name="connsiteX37" fmla="*/ 6849 w 1463039"/>
              <a:gd name="connsiteY37" fmla="*/ 1060773 h 1479810"/>
              <a:gd name="connsiteX38" fmla="*/ 9698 w 1463039"/>
              <a:gd name="connsiteY38" fmla="*/ 982321 h 1479810"/>
              <a:gd name="connsiteX39" fmla="*/ 4219 w 1463039"/>
              <a:gd name="connsiteY39" fmla="*/ 947592 h 1479810"/>
              <a:gd name="connsiteX40" fmla="*/ 6903 w 1463039"/>
              <a:gd name="connsiteY40" fmla="*/ 858680 h 1479810"/>
              <a:gd name="connsiteX41" fmla="*/ 9808 w 1463039"/>
              <a:gd name="connsiteY41" fmla="*/ 755960 h 1479810"/>
              <a:gd name="connsiteX42" fmla="*/ 10247 w 1463039"/>
              <a:gd name="connsiteY42" fmla="*/ 673166 h 1479810"/>
              <a:gd name="connsiteX43" fmla="*/ 11452 w 1463039"/>
              <a:gd name="connsiteY43" fmla="*/ 516733 h 1479810"/>
              <a:gd name="connsiteX44" fmla="*/ 10465 w 1463039"/>
              <a:gd name="connsiteY44" fmla="*/ 425571 h 1479810"/>
              <a:gd name="connsiteX45" fmla="*/ 10465 w 1463039"/>
              <a:gd name="connsiteY45" fmla="*/ 216366 h 1479810"/>
              <a:gd name="connsiteX46" fmla="*/ 10795 w 1463039"/>
              <a:gd name="connsiteY46" fmla="*/ 104023 h 1479810"/>
              <a:gd name="connsiteX47" fmla="*/ 3534 w 1463039"/>
              <a:gd name="connsiteY47" fmla="*/ 20936 h 1479810"/>
              <a:gd name="connsiteX48" fmla="*/ 3924 w 1463039"/>
              <a:gd name="connsiteY48" fmla="*/ 8444 h 1479810"/>
              <a:gd name="connsiteX49" fmla="*/ 72291 w 1463039"/>
              <a:gd name="connsiteY49" fmla="*/ 7146 h 1479810"/>
              <a:gd name="connsiteX50" fmla="*/ 231770 w 1463039"/>
              <a:gd name="connsiteY50" fmla="*/ 4001 h 1479810"/>
              <a:gd name="connsiteX51" fmla="*/ 364602 w 1463039"/>
              <a:gd name="connsiteY51" fmla="*/ 11882 h 1479810"/>
              <a:gd name="connsiteX52" fmla="*/ 768233 w 1463039"/>
              <a:gd name="connsiteY52" fmla="*/ 2061 h 1479810"/>
              <a:gd name="connsiteX53" fmla="*/ 866622 w 1463039"/>
              <a:gd name="connsiteY53" fmla="*/ 571 h 147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1463039" h="1479810">
                <a:moveTo>
                  <a:pt x="866622" y="571"/>
                </a:moveTo>
                <a:cubicBezTo>
                  <a:pt x="899405" y="1673"/>
                  <a:pt x="932136" y="4374"/>
                  <a:pt x="964706" y="8669"/>
                </a:cubicBezTo>
                <a:cubicBezTo>
                  <a:pt x="1013529" y="15823"/>
                  <a:pt x="1062766" y="11397"/>
                  <a:pt x="1111825" y="8366"/>
                </a:cubicBezTo>
                <a:cubicBezTo>
                  <a:pt x="1171216" y="4668"/>
                  <a:pt x="1230547" y="2667"/>
                  <a:pt x="1290055" y="8730"/>
                </a:cubicBezTo>
                <a:cubicBezTo>
                  <a:pt x="1332384" y="13094"/>
                  <a:pt x="1374949" y="9033"/>
                  <a:pt x="1417397" y="6608"/>
                </a:cubicBezTo>
                <a:lnTo>
                  <a:pt x="1454473" y="5290"/>
                </a:lnTo>
                <a:lnTo>
                  <a:pt x="1449518" y="94305"/>
                </a:lnTo>
                <a:cubicBezTo>
                  <a:pt x="1449059" y="129134"/>
                  <a:pt x="1450325" y="163951"/>
                  <a:pt x="1454054" y="198723"/>
                </a:cubicBezTo>
                <a:cubicBezTo>
                  <a:pt x="1459999" y="262767"/>
                  <a:pt x="1460856" y="327062"/>
                  <a:pt x="1456615" y="391199"/>
                </a:cubicBezTo>
                <a:cubicBezTo>
                  <a:pt x="1453665" y="449151"/>
                  <a:pt x="1446428" y="507012"/>
                  <a:pt x="1452607" y="565102"/>
                </a:cubicBezTo>
                <a:cubicBezTo>
                  <a:pt x="1454722" y="585089"/>
                  <a:pt x="1459843" y="604710"/>
                  <a:pt x="1461012" y="624834"/>
                </a:cubicBezTo>
                <a:cubicBezTo>
                  <a:pt x="1466578" y="719110"/>
                  <a:pt x="1458229" y="813066"/>
                  <a:pt x="1451383" y="907022"/>
                </a:cubicBezTo>
                <a:cubicBezTo>
                  <a:pt x="1448878" y="941246"/>
                  <a:pt x="1445816" y="975470"/>
                  <a:pt x="1452663" y="1009694"/>
                </a:cubicBezTo>
                <a:cubicBezTo>
                  <a:pt x="1458090" y="1038574"/>
                  <a:pt x="1459209" y="1067889"/>
                  <a:pt x="1456002" y="1096988"/>
                </a:cubicBezTo>
                <a:cubicBezTo>
                  <a:pt x="1452796" y="1122760"/>
                  <a:pt x="1452034" y="1148693"/>
                  <a:pt x="1453720" y="1174562"/>
                </a:cubicBezTo>
                <a:cubicBezTo>
                  <a:pt x="1457199" y="1209699"/>
                  <a:pt x="1459899" y="1244847"/>
                  <a:pt x="1461722" y="1280018"/>
                </a:cubicBezTo>
                <a:lnTo>
                  <a:pt x="1463039" y="1330769"/>
                </a:lnTo>
                <a:lnTo>
                  <a:pt x="1463039" y="1433804"/>
                </a:lnTo>
                <a:lnTo>
                  <a:pt x="1458897" y="1471900"/>
                </a:lnTo>
                <a:lnTo>
                  <a:pt x="1458306" y="1476109"/>
                </a:lnTo>
                <a:lnTo>
                  <a:pt x="1456251" y="1476006"/>
                </a:lnTo>
                <a:cubicBezTo>
                  <a:pt x="1423775" y="1477710"/>
                  <a:pt x="1391236" y="1478252"/>
                  <a:pt x="1358699" y="1478795"/>
                </a:cubicBezTo>
                <a:lnTo>
                  <a:pt x="1337088" y="1479810"/>
                </a:lnTo>
                <a:lnTo>
                  <a:pt x="1199842" y="1479810"/>
                </a:lnTo>
                <a:lnTo>
                  <a:pt x="1178285" y="1478795"/>
                </a:lnTo>
                <a:cubicBezTo>
                  <a:pt x="1072671" y="1461942"/>
                  <a:pt x="965946" y="1459625"/>
                  <a:pt x="859950" y="1471898"/>
                </a:cubicBezTo>
                <a:lnTo>
                  <a:pt x="711774" y="1479810"/>
                </a:lnTo>
                <a:lnTo>
                  <a:pt x="637511" y="1479810"/>
                </a:lnTo>
                <a:lnTo>
                  <a:pt x="500700" y="1474455"/>
                </a:lnTo>
                <a:cubicBezTo>
                  <a:pt x="412071" y="1467172"/>
                  <a:pt x="323261" y="1461748"/>
                  <a:pt x="234328" y="1468257"/>
                </a:cubicBezTo>
                <a:cubicBezTo>
                  <a:pt x="217301" y="1469536"/>
                  <a:pt x="200486" y="1472964"/>
                  <a:pt x="183686" y="1476228"/>
                </a:cubicBezTo>
                <a:lnTo>
                  <a:pt x="157756" y="1479810"/>
                </a:lnTo>
                <a:lnTo>
                  <a:pt x="13214" y="1479810"/>
                </a:lnTo>
                <a:lnTo>
                  <a:pt x="15315" y="1462749"/>
                </a:lnTo>
                <a:cubicBezTo>
                  <a:pt x="16576" y="1445267"/>
                  <a:pt x="16192" y="1427772"/>
                  <a:pt x="11891" y="1410409"/>
                </a:cubicBezTo>
                <a:cubicBezTo>
                  <a:pt x="-1809" y="1355230"/>
                  <a:pt x="931" y="1300104"/>
                  <a:pt x="6411" y="1244508"/>
                </a:cubicBezTo>
                <a:cubicBezTo>
                  <a:pt x="10521" y="1203137"/>
                  <a:pt x="15069" y="1161296"/>
                  <a:pt x="6849" y="1119455"/>
                </a:cubicBezTo>
                <a:cubicBezTo>
                  <a:pt x="3315" y="1100041"/>
                  <a:pt x="3315" y="1080187"/>
                  <a:pt x="6849" y="1060773"/>
                </a:cubicBezTo>
                <a:cubicBezTo>
                  <a:pt x="11123" y="1034622"/>
                  <a:pt x="15178" y="1008733"/>
                  <a:pt x="9698" y="982321"/>
                </a:cubicBezTo>
                <a:cubicBezTo>
                  <a:pt x="7288" y="970815"/>
                  <a:pt x="5480" y="959204"/>
                  <a:pt x="4219" y="947592"/>
                </a:cubicBezTo>
                <a:cubicBezTo>
                  <a:pt x="1709" y="917948"/>
                  <a:pt x="2608" y="888136"/>
                  <a:pt x="6903" y="858680"/>
                </a:cubicBezTo>
                <a:cubicBezTo>
                  <a:pt x="11014" y="824475"/>
                  <a:pt x="4328" y="790061"/>
                  <a:pt x="9808" y="755960"/>
                </a:cubicBezTo>
                <a:cubicBezTo>
                  <a:pt x="13699" y="728497"/>
                  <a:pt x="13847" y="700667"/>
                  <a:pt x="10247" y="673166"/>
                </a:cubicBezTo>
                <a:cubicBezTo>
                  <a:pt x="3769" y="621179"/>
                  <a:pt x="4174" y="568621"/>
                  <a:pt x="11452" y="516733"/>
                </a:cubicBezTo>
                <a:cubicBezTo>
                  <a:pt x="15946" y="486450"/>
                  <a:pt x="18521" y="455279"/>
                  <a:pt x="10465" y="425571"/>
                </a:cubicBezTo>
                <a:cubicBezTo>
                  <a:pt x="-8495" y="355749"/>
                  <a:pt x="2575" y="285822"/>
                  <a:pt x="10465" y="216366"/>
                </a:cubicBezTo>
                <a:cubicBezTo>
                  <a:pt x="15261" y="179065"/>
                  <a:pt x="15370" y="141350"/>
                  <a:pt x="10795" y="104023"/>
                </a:cubicBezTo>
                <a:cubicBezTo>
                  <a:pt x="6734" y="76457"/>
                  <a:pt x="4312" y="48717"/>
                  <a:pt x="3534" y="20936"/>
                </a:cubicBezTo>
                <a:lnTo>
                  <a:pt x="3924" y="8444"/>
                </a:lnTo>
                <a:lnTo>
                  <a:pt x="72291" y="7146"/>
                </a:lnTo>
                <a:cubicBezTo>
                  <a:pt x="125549" y="5562"/>
                  <a:pt x="178727" y="3395"/>
                  <a:pt x="231770" y="4001"/>
                </a:cubicBezTo>
                <a:cubicBezTo>
                  <a:pt x="276048" y="4486"/>
                  <a:pt x="320207" y="13579"/>
                  <a:pt x="364602" y="11882"/>
                </a:cubicBezTo>
                <a:cubicBezTo>
                  <a:pt x="499146" y="6911"/>
                  <a:pt x="633749" y="8548"/>
                  <a:pt x="768233" y="2061"/>
                </a:cubicBezTo>
                <a:cubicBezTo>
                  <a:pt x="801007" y="-37"/>
                  <a:pt x="833840" y="-532"/>
                  <a:pt x="866622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163C3609-48D8-42DB-AD9E-61699A6F1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101259" y="3064916"/>
            <a:ext cx="1442437" cy="1477990"/>
          </a:xfrm>
          <a:custGeom>
            <a:avLst/>
            <a:gdLst>
              <a:gd name="connsiteX0" fmla="*/ 866623 w 1442437"/>
              <a:gd name="connsiteY0" fmla="*/ 571 h 1477990"/>
              <a:gd name="connsiteX1" fmla="*/ 964707 w 1442437"/>
              <a:gd name="connsiteY1" fmla="*/ 8669 h 1477990"/>
              <a:gd name="connsiteX2" fmla="*/ 1111826 w 1442437"/>
              <a:gd name="connsiteY2" fmla="*/ 8366 h 1477990"/>
              <a:gd name="connsiteX3" fmla="*/ 1290056 w 1442437"/>
              <a:gd name="connsiteY3" fmla="*/ 8730 h 1477990"/>
              <a:gd name="connsiteX4" fmla="*/ 1417398 w 1442437"/>
              <a:gd name="connsiteY4" fmla="*/ 6608 h 1477990"/>
              <a:gd name="connsiteX5" fmla="*/ 1442437 w 1442437"/>
              <a:gd name="connsiteY5" fmla="*/ 5718 h 1477990"/>
              <a:gd name="connsiteX6" fmla="*/ 1442437 w 1442437"/>
              <a:gd name="connsiteY6" fmla="*/ 1476401 h 1477990"/>
              <a:gd name="connsiteX7" fmla="*/ 1386857 w 1442437"/>
              <a:gd name="connsiteY7" fmla="*/ 1477990 h 1477990"/>
              <a:gd name="connsiteX8" fmla="*/ 1169378 w 1442437"/>
              <a:gd name="connsiteY8" fmla="*/ 1477990 h 1477990"/>
              <a:gd name="connsiteX9" fmla="*/ 1019262 w 1442437"/>
              <a:gd name="connsiteY9" fmla="*/ 1464424 h 1477990"/>
              <a:gd name="connsiteX10" fmla="*/ 859951 w 1442437"/>
              <a:gd name="connsiteY10" fmla="*/ 1471898 h 1477990"/>
              <a:gd name="connsiteX11" fmla="*/ 745859 w 1442437"/>
              <a:gd name="connsiteY11" fmla="*/ 1477990 h 1477990"/>
              <a:gd name="connsiteX12" fmla="*/ 591014 w 1442437"/>
              <a:gd name="connsiteY12" fmla="*/ 1477990 h 1477990"/>
              <a:gd name="connsiteX13" fmla="*/ 500701 w 1442437"/>
              <a:gd name="connsiteY13" fmla="*/ 1474455 h 1477990"/>
              <a:gd name="connsiteX14" fmla="*/ 234329 w 1442437"/>
              <a:gd name="connsiteY14" fmla="*/ 1468257 h 1477990"/>
              <a:gd name="connsiteX15" fmla="*/ 183687 w 1442437"/>
              <a:gd name="connsiteY15" fmla="*/ 1476228 h 1477990"/>
              <a:gd name="connsiteX16" fmla="*/ 170933 w 1442437"/>
              <a:gd name="connsiteY16" fmla="*/ 1477990 h 1477990"/>
              <a:gd name="connsiteX17" fmla="*/ 13439 w 1442437"/>
              <a:gd name="connsiteY17" fmla="*/ 1477990 h 1477990"/>
              <a:gd name="connsiteX18" fmla="*/ 15316 w 1442437"/>
              <a:gd name="connsiteY18" fmla="*/ 1462749 h 1477990"/>
              <a:gd name="connsiteX19" fmla="*/ 11892 w 1442437"/>
              <a:gd name="connsiteY19" fmla="*/ 1410409 h 1477990"/>
              <a:gd name="connsiteX20" fmla="*/ 6412 w 1442437"/>
              <a:gd name="connsiteY20" fmla="*/ 1244508 h 1477990"/>
              <a:gd name="connsiteX21" fmla="*/ 6850 w 1442437"/>
              <a:gd name="connsiteY21" fmla="*/ 1119455 h 1477990"/>
              <a:gd name="connsiteX22" fmla="*/ 6850 w 1442437"/>
              <a:gd name="connsiteY22" fmla="*/ 1060773 h 1477990"/>
              <a:gd name="connsiteX23" fmla="*/ 9699 w 1442437"/>
              <a:gd name="connsiteY23" fmla="*/ 982321 h 1477990"/>
              <a:gd name="connsiteX24" fmla="*/ 4220 w 1442437"/>
              <a:gd name="connsiteY24" fmla="*/ 947592 h 1477990"/>
              <a:gd name="connsiteX25" fmla="*/ 6904 w 1442437"/>
              <a:gd name="connsiteY25" fmla="*/ 858680 h 1477990"/>
              <a:gd name="connsiteX26" fmla="*/ 9809 w 1442437"/>
              <a:gd name="connsiteY26" fmla="*/ 755960 h 1477990"/>
              <a:gd name="connsiteX27" fmla="*/ 10248 w 1442437"/>
              <a:gd name="connsiteY27" fmla="*/ 673166 h 1477990"/>
              <a:gd name="connsiteX28" fmla="*/ 11453 w 1442437"/>
              <a:gd name="connsiteY28" fmla="*/ 516733 h 1477990"/>
              <a:gd name="connsiteX29" fmla="*/ 10466 w 1442437"/>
              <a:gd name="connsiteY29" fmla="*/ 425571 h 1477990"/>
              <a:gd name="connsiteX30" fmla="*/ 10466 w 1442437"/>
              <a:gd name="connsiteY30" fmla="*/ 216366 h 1477990"/>
              <a:gd name="connsiteX31" fmla="*/ 10796 w 1442437"/>
              <a:gd name="connsiteY31" fmla="*/ 104023 h 1477990"/>
              <a:gd name="connsiteX32" fmla="*/ 3535 w 1442437"/>
              <a:gd name="connsiteY32" fmla="*/ 20936 h 1477990"/>
              <a:gd name="connsiteX33" fmla="*/ 3925 w 1442437"/>
              <a:gd name="connsiteY33" fmla="*/ 8444 h 1477990"/>
              <a:gd name="connsiteX34" fmla="*/ 72292 w 1442437"/>
              <a:gd name="connsiteY34" fmla="*/ 7146 h 1477990"/>
              <a:gd name="connsiteX35" fmla="*/ 231771 w 1442437"/>
              <a:gd name="connsiteY35" fmla="*/ 4001 h 1477990"/>
              <a:gd name="connsiteX36" fmla="*/ 364603 w 1442437"/>
              <a:gd name="connsiteY36" fmla="*/ 11882 h 1477990"/>
              <a:gd name="connsiteX37" fmla="*/ 768234 w 1442437"/>
              <a:gd name="connsiteY37" fmla="*/ 2061 h 1477990"/>
              <a:gd name="connsiteX38" fmla="*/ 866623 w 1442437"/>
              <a:gd name="connsiteY38" fmla="*/ 571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42437" h="1477990">
                <a:moveTo>
                  <a:pt x="866623" y="571"/>
                </a:moveTo>
                <a:cubicBezTo>
                  <a:pt x="899406" y="1673"/>
                  <a:pt x="932137" y="4374"/>
                  <a:pt x="964707" y="8669"/>
                </a:cubicBezTo>
                <a:cubicBezTo>
                  <a:pt x="1013530" y="15823"/>
                  <a:pt x="1062767" y="11397"/>
                  <a:pt x="1111826" y="8366"/>
                </a:cubicBezTo>
                <a:cubicBezTo>
                  <a:pt x="1171217" y="4668"/>
                  <a:pt x="1230548" y="2667"/>
                  <a:pt x="1290056" y="8730"/>
                </a:cubicBezTo>
                <a:cubicBezTo>
                  <a:pt x="1332385" y="13094"/>
                  <a:pt x="1374950" y="9033"/>
                  <a:pt x="1417398" y="6608"/>
                </a:cubicBezTo>
                <a:lnTo>
                  <a:pt x="1442437" y="5718"/>
                </a:lnTo>
                <a:lnTo>
                  <a:pt x="1442437" y="1476401"/>
                </a:lnTo>
                <a:lnTo>
                  <a:pt x="1386857" y="1477990"/>
                </a:lnTo>
                <a:lnTo>
                  <a:pt x="1169378" y="1477990"/>
                </a:lnTo>
                <a:lnTo>
                  <a:pt x="1019262" y="1464424"/>
                </a:lnTo>
                <a:cubicBezTo>
                  <a:pt x="966129" y="1463273"/>
                  <a:pt x="912949" y="1465762"/>
                  <a:pt x="859951" y="1471898"/>
                </a:cubicBezTo>
                <a:lnTo>
                  <a:pt x="745859" y="1477990"/>
                </a:lnTo>
                <a:lnTo>
                  <a:pt x="591014" y="1477990"/>
                </a:lnTo>
                <a:lnTo>
                  <a:pt x="500701" y="1474455"/>
                </a:lnTo>
                <a:cubicBezTo>
                  <a:pt x="412072" y="1467172"/>
                  <a:pt x="323262" y="1461748"/>
                  <a:pt x="234329" y="1468257"/>
                </a:cubicBezTo>
                <a:cubicBezTo>
                  <a:pt x="217302" y="1469536"/>
                  <a:pt x="200487" y="1472964"/>
                  <a:pt x="183687" y="1476228"/>
                </a:cubicBezTo>
                <a:lnTo>
                  <a:pt x="170933" y="1477990"/>
                </a:lnTo>
                <a:lnTo>
                  <a:pt x="13439" y="1477990"/>
                </a:lnTo>
                <a:lnTo>
                  <a:pt x="15316" y="1462749"/>
                </a:lnTo>
                <a:cubicBezTo>
                  <a:pt x="16577" y="1445267"/>
                  <a:pt x="16193" y="1427772"/>
                  <a:pt x="11892" y="1410409"/>
                </a:cubicBezTo>
                <a:cubicBezTo>
                  <a:pt x="-1808" y="1355230"/>
                  <a:pt x="932" y="1300104"/>
                  <a:pt x="6412" y="1244508"/>
                </a:cubicBezTo>
                <a:cubicBezTo>
                  <a:pt x="10522" y="1203137"/>
                  <a:pt x="15070" y="1161296"/>
                  <a:pt x="6850" y="1119455"/>
                </a:cubicBezTo>
                <a:cubicBezTo>
                  <a:pt x="3316" y="1100041"/>
                  <a:pt x="3316" y="1080187"/>
                  <a:pt x="6850" y="1060773"/>
                </a:cubicBezTo>
                <a:cubicBezTo>
                  <a:pt x="11124" y="1034622"/>
                  <a:pt x="15179" y="1008733"/>
                  <a:pt x="9699" y="982321"/>
                </a:cubicBezTo>
                <a:cubicBezTo>
                  <a:pt x="7289" y="970815"/>
                  <a:pt x="5481" y="959204"/>
                  <a:pt x="4220" y="947592"/>
                </a:cubicBezTo>
                <a:cubicBezTo>
                  <a:pt x="1710" y="917948"/>
                  <a:pt x="2609" y="888136"/>
                  <a:pt x="6904" y="858680"/>
                </a:cubicBezTo>
                <a:cubicBezTo>
                  <a:pt x="11015" y="824475"/>
                  <a:pt x="4329" y="790061"/>
                  <a:pt x="9809" y="755960"/>
                </a:cubicBezTo>
                <a:cubicBezTo>
                  <a:pt x="13700" y="728497"/>
                  <a:pt x="13848" y="700667"/>
                  <a:pt x="10248" y="673166"/>
                </a:cubicBezTo>
                <a:cubicBezTo>
                  <a:pt x="3770" y="621179"/>
                  <a:pt x="4175" y="568621"/>
                  <a:pt x="11453" y="516733"/>
                </a:cubicBezTo>
                <a:cubicBezTo>
                  <a:pt x="15947" y="486450"/>
                  <a:pt x="18522" y="455279"/>
                  <a:pt x="10466" y="425571"/>
                </a:cubicBezTo>
                <a:cubicBezTo>
                  <a:pt x="-8494" y="355749"/>
                  <a:pt x="2576" y="285822"/>
                  <a:pt x="10466" y="216366"/>
                </a:cubicBezTo>
                <a:cubicBezTo>
                  <a:pt x="15262" y="179065"/>
                  <a:pt x="15371" y="141350"/>
                  <a:pt x="10796" y="104023"/>
                </a:cubicBezTo>
                <a:cubicBezTo>
                  <a:pt x="6735" y="76457"/>
                  <a:pt x="4313" y="48717"/>
                  <a:pt x="3535" y="20936"/>
                </a:cubicBezTo>
                <a:lnTo>
                  <a:pt x="3925" y="8444"/>
                </a:lnTo>
                <a:lnTo>
                  <a:pt x="72292" y="7146"/>
                </a:lnTo>
                <a:cubicBezTo>
                  <a:pt x="125550" y="5562"/>
                  <a:pt x="178728" y="3395"/>
                  <a:pt x="231771" y="4001"/>
                </a:cubicBezTo>
                <a:cubicBezTo>
                  <a:pt x="276049" y="4486"/>
                  <a:pt x="320208" y="13579"/>
                  <a:pt x="364603" y="11882"/>
                </a:cubicBezTo>
                <a:cubicBezTo>
                  <a:pt x="499147" y="6911"/>
                  <a:pt x="633750" y="8548"/>
                  <a:pt x="768234" y="2061"/>
                </a:cubicBezTo>
                <a:cubicBezTo>
                  <a:pt x="801008" y="-37"/>
                  <a:pt x="833841" y="-532"/>
                  <a:pt x="866623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2B03F1E7-A2BE-4059-85FC-6546945FA3F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370488" y="3064916"/>
            <a:ext cx="1455507" cy="1477990"/>
          </a:xfrm>
          <a:custGeom>
            <a:avLst/>
            <a:gdLst>
              <a:gd name="connsiteX0" fmla="*/ 100458 w 1455507"/>
              <a:gd name="connsiteY0" fmla="*/ 0 h 1477990"/>
              <a:gd name="connsiteX1" fmla="*/ 258284 w 1455507"/>
              <a:gd name="connsiteY1" fmla="*/ 0 h 1477990"/>
              <a:gd name="connsiteX2" fmla="*/ 290610 w 1455507"/>
              <a:gd name="connsiteY2" fmla="*/ 2318 h 1477990"/>
              <a:gd name="connsiteX3" fmla="*/ 357070 w 1455507"/>
              <a:gd name="connsiteY3" fmla="*/ 5440 h 1477990"/>
              <a:gd name="connsiteX4" fmla="*/ 558908 w 1455507"/>
              <a:gd name="connsiteY4" fmla="*/ 1098 h 1477990"/>
              <a:gd name="connsiteX5" fmla="*/ 599348 w 1455507"/>
              <a:gd name="connsiteY5" fmla="*/ 0 h 1477990"/>
              <a:gd name="connsiteX6" fmla="*/ 930201 w 1455507"/>
              <a:gd name="connsiteY6" fmla="*/ 0 h 1477990"/>
              <a:gd name="connsiteX7" fmla="*/ 957174 w 1455507"/>
              <a:gd name="connsiteY7" fmla="*/ 2227 h 1477990"/>
              <a:gd name="connsiteX8" fmla="*/ 1104293 w 1455507"/>
              <a:gd name="connsiteY8" fmla="*/ 1924 h 1477990"/>
              <a:gd name="connsiteX9" fmla="*/ 1153561 w 1455507"/>
              <a:gd name="connsiteY9" fmla="*/ 0 h 1477990"/>
              <a:gd name="connsiteX10" fmla="*/ 1229432 w 1455507"/>
              <a:gd name="connsiteY10" fmla="*/ 0 h 1477990"/>
              <a:gd name="connsiteX11" fmla="*/ 1282523 w 1455507"/>
              <a:gd name="connsiteY11" fmla="*/ 2288 h 1477990"/>
              <a:gd name="connsiteX12" fmla="*/ 1409865 w 1455507"/>
              <a:gd name="connsiteY12" fmla="*/ 166 h 1477990"/>
              <a:gd name="connsiteX13" fmla="*/ 1414535 w 1455507"/>
              <a:gd name="connsiteY13" fmla="*/ 0 h 1477990"/>
              <a:gd name="connsiteX14" fmla="*/ 1446877 w 1455507"/>
              <a:gd name="connsiteY14" fmla="*/ 0 h 1477990"/>
              <a:gd name="connsiteX15" fmla="*/ 1441986 w 1455507"/>
              <a:gd name="connsiteY15" fmla="*/ 87863 h 1477990"/>
              <a:gd name="connsiteX16" fmla="*/ 1446522 w 1455507"/>
              <a:gd name="connsiteY16" fmla="*/ 192281 h 1477990"/>
              <a:gd name="connsiteX17" fmla="*/ 1449083 w 1455507"/>
              <a:gd name="connsiteY17" fmla="*/ 384757 h 1477990"/>
              <a:gd name="connsiteX18" fmla="*/ 1445075 w 1455507"/>
              <a:gd name="connsiteY18" fmla="*/ 558660 h 1477990"/>
              <a:gd name="connsiteX19" fmla="*/ 1453480 w 1455507"/>
              <a:gd name="connsiteY19" fmla="*/ 618392 h 1477990"/>
              <a:gd name="connsiteX20" fmla="*/ 1443851 w 1455507"/>
              <a:gd name="connsiteY20" fmla="*/ 900580 h 1477990"/>
              <a:gd name="connsiteX21" fmla="*/ 1445131 w 1455507"/>
              <a:gd name="connsiteY21" fmla="*/ 1003252 h 1477990"/>
              <a:gd name="connsiteX22" fmla="*/ 1448470 w 1455507"/>
              <a:gd name="connsiteY22" fmla="*/ 1090546 h 1477990"/>
              <a:gd name="connsiteX23" fmla="*/ 1446188 w 1455507"/>
              <a:gd name="connsiteY23" fmla="*/ 1168120 h 1477990"/>
              <a:gd name="connsiteX24" fmla="*/ 1454190 w 1455507"/>
              <a:gd name="connsiteY24" fmla="*/ 1273576 h 1477990"/>
              <a:gd name="connsiteX25" fmla="*/ 1455507 w 1455507"/>
              <a:gd name="connsiteY25" fmla="*/ 1324327 h 1477990"/>
              <a:gd name="connsiteX26" fmla="*/ 1455507 w 1455507"/>
              <a:gd name="connsiteY26" fmla="*/ 1427362 h 1477990"/>
              <a:gd name="connsiteX27" fmla="*/ 1451365 w 1455507"/>
              <a:gd name="connsiteY27" fmla="*/ 1465458 h 1477990"/>
              <a:gd name="connsiteX28" fmla="*/ 1450774 w 1455507"/>
              <a:gd name="connsiteY28" fmla="*/ 1469667 h 1477990"/>
              <a:gd name="connsiteX29" fmla="*/ 1448719 w 1455507"/>
              <a:gd name="connsiteY29" fmla="*/ 1469564 h 1477990"/>
              <a:gd name="connsiteX30" fmla="*/ 1351167 w 1455507"/>
              <a:gd name="connsiteY30" fmla="*/ 1472353 h 1477990"/>
              <a:gd name="connsiteX31" fmla="*/ 1170753 w 1455507"/>
              <a:gd name="connsiteY31" fmla="*/ 1472353 h 1477990"/>
              <a:gd name="connsiteX32" fmla="*/ 852418 w 1455507"/>
              <a:gd name="connsiteY32" fmla="*/ 1465456 h 1477990"/>
              <a:gd name="connsiteX33" fmla="*/ 493168 w 1455507"/>
              <a:gd name="connsiteY33" fmla="*/ 1468013 h 1477990"/>
              <a:gd name="connsiteX34" fmla="*/ 226796 w 1455507"/>
              <a:gd name="connsiteY34" fmla="*/ 1461815 h 1477990"/>
              <a:gd name="connsiteX35" fmla="*/ 125602 w 1455507"/>
              <a:gd name="connsiteY35" fmla="*/ 1476769 h 1477990"/>
              <a:gd name="connsiteX36" fmla="*/ 5112 w 1455507"/>
              <a:gd name="connsiteY36" fmla="*/ 1477990 h 1477990"/>
              <a:gd name="connsiteX37" fmla="*/ 7783 w 1455507"/>
              <a:gd name="connsiteY37" fmla="*/ 1456307 h 1477990"/>
              <a:gd name="connsiteX38" fmla="*/ 4359 w 1455507"/>
              <a:gd name="connsiteY38" fmla="*/ 1403967 h 1477990"/>
              <a:gd name="connsiteX39" fmla="*/ 295 w 1455507"/>
              <a:gd name="connsiteY39" fmla="*/ 1370091 h 1477990"/>
              <a:gd name="connsiteX40" fmla="*/ 295 w 1455507"/>
              <a:gd name="connsiteY40" fmla="*/ 1219835 h 1477990"/>
              <a:gd name="connsiteX41" fmla="*/ 3722 w 1455507"/>
              <a:gd name="connsiteY41" fmla="*/ 1175716 h 1477990"/>
              <a:gd name="connsiteX42" fmla="*/ 295 w 1455507"/>
              <a:gd name="connsiteY42" fmla="*/ 1126935 h 1477990"/>
              <a:gd name="connsiteX43" fmla="*/ 295 w 1455507"/>
              <a:gd name="connsiteY43" fmla="*/ 1046801 h 1477990"/>
              <a:gd name="connsiteX44" fmla="*/ 4400 w 1455507"/>
              <a:gd name="connsiteY44" fmla="*/ 1015203 h 1477990"/>
              <a:gd name="connsiteX45" fmla="*/ 2166 w 1455507"/>
              <a:gd name="connsiteY45" fmla="*/ 975879 h 1477990"/>
              <a:gd name="connsiteX46" fmla="*/ 295 w 1455507"/>
              <a:gd name="connsiteY46" fmla="*/ 964020 h 1477990"/>
              <a:gd name="connsiteX47" fmla="*/ 295 w 1455507"/>
              <a:gd name="connsiteY47" fmla="*/ 801667 h 1477990"/>
              <a:gd name="connsiteX48" fmla="*/ 310 w 1455507"/>
              <a:gd name="connsiteY48" fmla="*/ 800839 h 1477990"/>
              <a:gd name="connsiteX49" fmla="*/ 2276 w 1455507"/>
              <a:gd name="connsiteY49" fmla="*/ 749518 h 1477990"/>
              <a:gd name="connsiteX50" fmla="*/ 2715 w 1455507"/>
              <a:gd name="connsiteY50" fmla="*/ 666724 h 1477990"/>
              <a:gd name="connsiteX51" fmla="*/ 295 w 1455507"/>
              <a:gd name="connsiteY51" fmla="*/ 625158 h 1477990"/>
              <a:gd name="connsiteX52" fmla="*/ 295 w 1455507"/>
              <a:gd name="connsiteY52" fmla="*/ 559484 h 1477990"/>
              <a:gd name="connsiteX53" fmla="*/ 3920 w 1455507"/>
              <a:gd name="connsiteY53" fmla="*/ 510291 h 1477990"/>
              <a:gd name="connsiteX54" fmla="*/ 2933 w 1455507"/>
              <a:gd name="connsiteY54" fmla="*/ 419129 h 1477990"/>
              <a:gd name="connsiteX55" fmla="*/ 295 w 1455507"/>
              <a:gd name="connsiteY55" fmla="*/ 403959 h 1477990"/>
              <a:gd name="connsiteX56" fmla="*/ 295 w 1455507"/>
              <a:gd name="connsiteY56" fmla="*/ 237294 h 1477990"/>
              <a:gd name="connsiteX57" fmla="*/ 2933 w 1455507"/>
              <a:gd name="connsiteY57" fmla="*/ 209924 h 1477990"/>
              <a:gd name="connsiteX58" fmla="*/ 3263 w 1455507"/>
              <a:gd name="connsiteY58" fmla="*/ 97581 h 1477990"/>
              <a:gd name="connsiteX59" fmla="*/ 295 w 1455507"/>
              <a:gd name="connsiteY59" fmla="*/ 63619 h 1477990"/>
              <a:gd name="connsiteX60" fmla="*/ 295 w 1455507"/>
              <a:gd name="connsiteY60" fmla="*/ 1928 h 1477990"/>
              <a:gd name="connsiteX61" fmla="*/ 64759 w 1455507"/>
              <a:gd name="connsiteY61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1455507" h="1477990">
                <a:moveTo>
                  <a:pt x="100458" y="0"/>
                </a:moveTo>
                <a:lnTo>
                  <a:pt x="258284" y="0"/>
                </a:lnTo>
                <a:lnTo>
                  <a:pt x="290610" y="2318"/>
                </a:lnTo>
                <a:cubicBezTo>
                  <a:pt x="312734" y="4440"/>
                  <a:pt x="334873" y="6289"/>
                  <a:pt x="357070" y="5440"/>
                </a:cubicBezTo>
                <a:cubicBezTo>
                  <a:pt x="424342" y="2955"/>
                  <a:pt x="491629" y="2121"/>
                  <a:pt x="558908" y="1098"/>
                </a:cubicBezTo>
                <a:lnTo>
                  <a:pt x="599348" y="0"/>
                </a:lnTo>
                <a:lnTo>
                  <a:pt x="930201" y="0"/>
                </a:lnTo>
                <a:lnTo>
                  <a:pt x="957174" y="2227"/>
                </a:lnTo>
                <a:cubicBezTo>
                  <a:pt x="1005997" y="9381"/>
                  <a:pt x="1055234" y="4955"/>
                  <a:pt x="1104293" y="1924"/>
                </a:cubicBezTo>
                <a:lnTo>
                  <a:pt x="1153561" y="0"/>
                </a:lnTo>
                <a:lnTo>
                  <a:pt x="1229432" y="0"/>
                </a:lnTo>
                <a:lnTo>
                  <a:pt x="1282523" y="2288"/>
                </a:lnTo>
                <a:cubicBezTo>
                  <a:pt x="1324852" y="6652"/>
                  <a:pt x="1367417" y="2591"/>
                  <a:pt x="1409865" y="166"/>
                </a:cubicBezTo>
                <a:lnTo>
                  <a:pt x="1414535" y="0"/>
                </a:lnTo>
                <a:lnTo>
                  <a:pt x="1446877" y="0"/>
                </a:lnTo>
                <a:lnTo>
                  <a:pt x="1441986" y="87863"/>
                </a:lnTo>
                <a:cubicBezTo>
                  <a:pt x="1441527" y="122692"/>
                  <a:pt x="1442793" y="157509"/>
                  <a:pt x="1446522" y="192281"/>
                </a:cubicBezTo>
                <a:cubicBezTo>
                  <a:pt x="1452467" y="256325"/>
                  <a:pt x="1453324" y="320620"/>
                  <a:pt x="1449083" y="384757"/>
                </a:cubicBezTo>
                <a:cubicBezTo>
                  <a:pt x="1446133" y="442709"/>
                  <a:pt x="1438896" y="500570"/>
                  <a:pt x="1445075" y="558660"/>
                </a:cubicBezTo>
                <a:cubicBezTo>
                  <a:pt x="1447190" y="578647"/>
                  <a:pt x="1452311" y="598268"/>
                  <a:pt x="1453480" y="618392"/>
                </a:cubicBezTo>
                <a:cubicBezTo>
                  <a:pt x="1459046" y="712668"/>
                  <a:pt x="1450697" y="806624"/>
                  <a:pt x="1443851" y="900580"/>
                </a:cubicBezTo>
                <a:cubicBezTo>
                  <a:pt x="1441346" y="934804"/>
                  <a:pt x="1438284" y="969028"/>
                  <a:pt x="1445131" y="1003252"/>
                </a:cubicBezTo>
                <a:cubicBezTo>
                  <a:pt x="1450558" y="1032132"/>
                  <a:pt x="1451677" y="1061447"/>
                  <a:pt x="1448470" y="1090546"/>
                </a:cubicBezTo>
                <a:cubicBezTo>
                  <a:pt x="1445264" y="1116318"/>
                  <a:pt x="1444502" y="1142251"/>
                  <a:pt x="1446188" y="1168120"/>
                </a:cubicBezTo>
                <a:cubicBezTo>
                  <a:pt x="1449667" y="1203257"/>
                  <a:pt x="1452367" y="1238405"/>
                  <a:pt x="1454190" y="1273576"/>
                </a:cubicBezTo>
                <a:lnTo>
                  <a:pt x="1455507" y="1324327"/>
                </a:lnTo>
                <a:lnTo>
                  <a:pt x="1455507" y="1427362"/>
                </a:lnTo>
                <a:lnTo>
                  <a:pt x="1451365" y="1465458"/>
                </a:lnTo>
                <a:lnTo>
                  <a:pt x="1450774" y="1469667"/>
                </a:lnTo>
                <a:lnTo>
                  <a:pt x="1448719" y="1469564"/>
                </a:lnTo>
                <a:cubicBezTo>
                  <a:pt x="1416243" y="1471268"/>
                  <a:pt x="1383704" y="1471810"/>
                  <a:pt x="1351167" y="1472353"/>
                </a:cubicBezTo>
                <a:cubicBezTo>
                  <a:pt x="1291009" y="1473360"/>
                  <a:pt x="1230608" y="1482658"/>
                  <a:pt x="1170753" y="1472353"/>
                </a:cubicBezTo>
                <a:cubicBezTo>
                  <a:pt x="1065139" y="1455500"/>
                  <a:pt x="958414" y="1453183"/>
                  <a:pt x="852418" y="1465456"/>
                </a:cubicBezTo>
                <a:cubicBezTo>
                  <a:pt x="732873" y="1477389"/>
                  <a:pt x="612811" y="1478242"/>
                  <a:pt x="493168" y="1468013"/>
                </a:cubicBezTo>
                <a:cubicBezTo>
                  <a:pt x="404539" y="1460730"/>
                  <a:pt x="315729" y="1455306"/>
                  <a:pt x="226796" y="1461815"/>
                </a:cubicBezTo>
                <a:cubicBezTo>
                  <a:pt x="192742" y="1464372"/>
                  <a:pt x="159536" y="1475530"/>
                  <a:pt x="125602" y="1476769"/>
                </a:cubicBezTo>
                <a:lnTo>
                  <a:pt x="5112" y="1477990"/>
                </a:lnTo>
                <a:lnTo>
                  <a:pt x="7783" y="1456307"/>
                </a:lnTo>
                <a:cubicBezTo>
                  <a:pt x="9044" y="1438825"/>
                  <a:pt x="8660" y="1421330"/>
                  <a:pt x="4359" y="1403967"/>
                </a:cubicBezTo>
                <a:lnTo>
                  <a:pt x="295" y="1370091"/>
                </a:lnTo>
                <a:lnTo>
                  <a:pt x="295" y="1219835"/>
                </a:lnTo>
                <a:lnTo>
                  <a:pt x="3722" y="1175716"/>
                </a:lnTo>
                <a:lnTo>
                  <a:pt x="295" y="1126935"/>
                </a:lnTo>
                <a:lnTo>
                  <a:pt x="295" y="1046801"/>
                </a:lnTo>
                <a:lnTo>
                  <a:pt x="4400" y="1015203"/>
                </a:lnTo>
                <a:cubicBezTo>
                  <a:pt x="5263" y="1002160"/>
                  <a:pt x="4906" y="989085"/>
                  <a:pt x="2166" y="975879"/>
                </a:cubicBezTo>
                <a:lnTo>
                  <a:pt x="295" y="964020"/>
                </a:lnTo>
                <a:lnTo>
                  <a:pt x="295" y="801667"/>
                </a:lnTo>
                <a:lnTo>
                  <a:pt x="310" y="800839"/>
                </a:lnTo>
                <a:cubicBezTo>
                  <a:pt x="-163" y="783697"/>
                  <a:pt x="-464" y="766569"/>
                  <a:pt x="2276" y="749518"/>
                </a:cubicBezTo>
                <a:cubicBezTo>
                  <a:pt x="6167" y="722055"/>
                  <a:pt x="6315" y="694225"/>
                  <a:pt x="2715" y="666724"/>
                </a:cubicBezTo>
                <a:lnTo>
                  <a:pt x="295" y="625158"/>
                </a:lnTo>
                <a:lnTo>
                  <a:pt x="295" y="559484"/>
                </a:lnTo>
                <a:lnTo>
                  <a:pt x="3920" y="510291"/>
                </a:lnTo>
                <a:cubicBezTo>
                  <a:pt x="8414" y="480008"/>
                  <a:pt x="10989" y="448837"/>
                  <a:pt x="2933" y="419129"/>
                </a:cubicBezTo>
                <a:lnTo>
                  <a:pt x="295" y="403959"/>
                </a:lnTo>
                <a:lnTo>
                  <a:pt x="295" y="237294"/>
                </a:lnTo>
                <a:lnTo>
                  <a:pt x="2933" y="209924"/>
                </a:lnTo>
                <a:cubicBezTo>
                  <a:pt x="7729" y="172623"/>
                  <a:pt x="7838" y="134908"/>
                  <a:pt x="3263" y="97581"/>
                </a:cubicBezTo>
                <a:lnTo>
                  <a:pt x="295" y="63619"/>
                </a:lnTo>
                <a:lnTo>
                  <a:pt x="295" y="1928"/>
                </a:lnTo>
                <a:lnTo>
                  <a:pt x="64759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C62C212D-2434-4610-A983-7FC587B517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09627" y="3064916"/>
            <a:ext cx="1447216" cy="1477990"/>
          </a:xfrm>
          <a:custGeom>
            <a:avLst/>
            <a:gdLst>
              <a:gd name="connsiteX0" fmla="*/ 107991 w 1447216"/>
              <a:gd name="connsiteY0" fmla="*/ 0 h 1477990"/>
              <a:gd name="connsiteX1" fmla="*/ 265817 w 1447216"/>
              <a:gd name="connsiteY1" fmla="*/ 0 h 1477990"/>
              <a:gd name="connsiteX2" fmla="*/ 298143 w 1447216"/>
              <a:gd name="connsiteY2" fmla="*/ 2318 h 1477990"/>
              <a:gd name="connsiteX3" fmla="*/ 364603 w 1447216"/>
              <a:gd name="connsiteY3" fmla="*/ 5440 h 1477990"/>
              <a:gd name="connsiteX4" fmla="*/ 566441 w 1447216"/>
              <a:gd name="connsiteY4" fmla="*/ 1098 h 1477990"/>
              <a:gd name="connsiteX5" fmla="*/ 606880 w 1447216"/>
              <a:gd name="connsiteY5" fmla="*/ 0 h 1477990"/>
              <a:gd name="connsiteX6" fmla="*/ 937733 w 1447216"/>
              <a:gd name="connsiteY6" fmla="*/ 0 h 1477990"/>
              <a:gd name="connsiteX7" fmla="*/ 964707 w 1447216"/>
              <a:gd name="connsiteY7" fmla="*/ 2227 h 1477990"/>
              <a:gd name="connsiteX8" fmla="*/ 1111826 w 1447216"/>
              <a:gd name="connsiteY8" fmla="*/ 1924 h 1477990"/>
              <a:gd name="connsiteX9" fmla="*/ 1161094 w 1447216"/>
              <a:gd name="connsiteY9" fmla="*/ 0 h 1477990"/>
              <a:gd name="connsiteX10" fmla="*/ 1236965 w 1447216"/>
              <a:gd name="connsiteY10" fmla="*/ 0 h 1477990"/>
              <a:gd name="connsiteX11" fmla="*/ 1290056 w 1447216"/>
              <a:gd name="connsiteY11" fmla="*/ 2288 h 1477990"/>
              <a:gd name="connsiteX12" fmla="*/ 1417398 w 1447216"/>
              <a:gd name="connsiteY12" fmla="*/ 166 h 1477990"/>
              <a:gd name="connsiteX13" fmla="*/ 1422068 w 1447216"/>
              <a:gd name="connsiteY13" fmla="*/ 0 h 1477990"/>
              <a:gd name="connsiteX14" fmla="*/ 1447216 w 1447216"/>
              <a:gd name="connsiteY14" fmla="*/ 0 h 1477990"/>
              <a:gd name="connsiteX15" fmla="*/ 1447216 w 1447216"/>
              <a:gd name="connsiteY15" fmla="*/ 1469823 h 1477990"/>
              <a:gd name="connsiteX16" fmla="*/ 1358700 w 1447216"/>
              <a:gd name="connsiteY16" fmla="*/ 1472353 h 1477990"/>
              <a:gd name="connsiteX17" fmla="*/ 1178286 w 1447216"/>
              <a:gd name="connsiteY17" fmla="*/ 1472353 h 1477990"/>
              <a:gd name="connsiteX18" fmla="*/ 859951 w 1447216"/>
              <a:gd name="connsiteY18" fmla="*/ 1465456 h 1477990"/>
              <a:gd name="connsiteX19" fmla="*/ 500701 w 1447216"/>
              <a:gd name="connsiteY19" fmla="*/ 1468013 h 1477990"/>
              <a:gd name="connsiteX20" fmla="*/ 234329 w 1447216"/>
              <a:gd name="connsiteY20" fmla="*/ 1461815 h 1477990"/>
              <a:gd name="connsiteX21" fmla="*/ 133135 w 1447216"/>
              <a:gd name="connsiteY21" fmla="*/ 1476769 h 1477990"/>
              <a:gd name="connsiteX22" fmla="*/ 12645 w 1447216"/>
              <a:gd name="connsiteY22" fmla="*/ 1477990 h 1477990"/>
              <a:gd name="connsiteX23" fmla="*/ 15316 w 1447216"/>
              <a:gd name="connsiteY23" fmla="*/ 1456307 h 1477990"/>
              <a:gd name="connsiteX24" fmla="*/ 11892 w 1447216"/>
              <a:gd name="connsiteY24" fmla="*/ 1403967 h 1477990"/>
              <a:gd name="connsiteX25" fmla="*/ 6412 w 1447216"/>
              <a:gd name="connsiteY25" fmla="*/ 1238066 h 1477990"/>
              <a:gd name="connsiteX26" fmla="*/ 6850 w 1447216"/>
              <a:gd name="connsiteY26" fmla="*/ 1113013 h 1477990"/>
              <a:gd name="connsiteX27" fmla="*/ 6850 w 1447216"/>
              <a:gd name="connsiteY27" fmla="*/ 1054331 h 1477990"/>
              <a:gd name="connsiteX28" fmla="*/ 9699 w 1447216"/>
              <a:gd name="connsiteY28" fmla="*/ 975879 h 1477990"/>
              <a:gd name="connsiteX29" fmla="*/ 4220 w 1447216"/>
              <a:gd name="connsiteY29" fmla="*/ 941150 h 1477990"/>
              <a:gd name="connsiteX30" fmla="*/ 6904 w 1447216"/>
              <a:gd name="connsiteY30" fmla="*/ 852238 h 1477990"/>
              <a:gd name="connsiteX31" fmla="*/ 9809 w 1447216"/>
              <a:gd name="connsiteY31" fmla="*/ 749518 h 1477990"/>
              <a:gd name="connsiteX32" fmla="*/ 10248 w 1447216"/>
              <a:gd name="connsiteY32" fmla="*/ 666724 h 1477990"/>
              <a:gd name="connsiteX33" fmla="*/ 11453 w 1447216"/>
              <a:gd name="connsiteY33" fmla="*/ 510291 h 1477990"/>
              <a:gd name="connsiteX34" fmla="*/ 10466 w 1447216"/>
              <a:gd name="connsiteY34" fmla="*/ 419129 h 1477990"/>
              <a:gd name="connsiteX35" fmla="*/ 10466 w 1447216"/>
              <a:gd name="connsiteY35" fmla="*/ 209924 h 1477990"/>
              <a:gd name="connsiteX36" fmla="*/ 10796 w 1447216"/>
              <a:gd name="connsiteY36" fmla="*/ 97581 h 1477990"/>
              <a:gd name="connsiteX37" fmla="*/ 3535 w 1447216"/>
              <a:gd name="connsiteY37" fmla="*/ 14494 h 1477990"/>
              <a:gd name="connsiteX38" fmla="*/ 3925 w 1447216"/>
              <a:gd name="connsiteY38" fmla="*/ 2002 h 1477990"/>
              <a:gd name="connsiteX39" fmla="*/ 72292 w 1447216"/>
              <a:gd name="connsiteY39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447216" h="1477990">
                <a:moveTo>
                  <a:pt x="107991" y="0"/>
                </a:moveTo>
                <a:lnTo>
                  <a:pt x="265817" y="0"/>
                </a:lnTo>
                <a:lnTo>
                  <a:pt x="298143" y="2318"/>
                </a:lnTo>
                <a:cubicBezTo>
                  <a:pt x="320267" y="4440"/>
                  <a:pt x="342406" y="6289"/>
                  <a:pt x="364603" y="5440"/>
                </a:cubicBezTo>
                <a:cubicBezTo>
                  <a:pt x="431875" y="2955"/>
                  <a:pt x="499162" y="2121"/>
                  <a:pt x="566441" y="1098"/>
                </a:cubicBezTo>
                <a:lnTo>
                  <a:pt x="606880" y="0"/>
                </a:lnTo>
                <a:lnTo>
                  <a:pt x="937733" y="0"/>
                </a:lnTo>
                <a:lnTo>
                  <a:pt x="964707" y="2227"/>
                </a:lnTo>
                <a:cubicBezTo>
                  <a:pt x="1013530" y="9381"/>
                  <a:pt x="1062767" y="4955"/>
                  <a:pt x="1111826" y="1924"/>
                </a:cubicBezTo>
                <a:lnTo>
                  <a:pt x="1161094" y="0"/>
                </a:lnTo>
                <a:lnTo>
                  <a:pt x="1236965" y="0"/>
                </a:lnTo>
                <a:lnTo>
                  <a:pt x="1290056" y="2288"/>
                </a:lnTo>
                <a:cubicBezTo>
                  <a:pt x="1332385" y="6652"/>
                  <a:pt x="1374950" y="2591"/>
                  <a:pt x="1417398" y="166"/>
                </a:cubicBezTo>
                <a:lnTo>
                  <a:pt x="1422068" y="0"/>
                </a:lnTo>
                <a:lnTo>
                  <a:pt x="1447216" y="0"/>
                </a:lnTo>
                <a:lnTo>
                  <a:pt x="1447216" y="1469823"/>
                </a:lnTo>
                <a:lnTo>
                  <a:pt x="1358700" y="1472353"/>
                </a:lnTo>
                <a:cubicBezTo>
                  <a:pt x="1298542" y="1473360"/>
                  <a:pt x="1238141" y="1482658"/>
                  <a:pt x="1178286" y="1472353"/>
                </a:cubicBezTo>
                <a:cubicBezTo>
                  <a:pt x="1072672" y="1455500"/>
                  <a:pt x="965947" y="1453183"/>
                  <a:pt x="859951" y="1465456"/>
                </a:cubicBezTo>
                <a:cubicBezTo>
                  <a:pt x="740406" y="1477389"/>
                  <a:pt x="620344" y="1478242"/>
                  <a:pt x="500701" y="1468013"/>
                </a:cubicBezTo>
                <a:cubicBezTo>
                  <a:pt x="412072" y="1460730"/>
                  <a:pt x="323262" y="1455306"/>
                  <a:pt x="234329" y="1461815"/>
                </a:cubicBezTo>
                <a:cubicBezTo>
                  <a:pt x="200275" y="1464372"/>
                  <a:pt x="167069" y="1475530"/>
                  <a:pt x="133135" y="1476769"/>
                </a:cubicBezTo>
                <a:lnTo>
                  <a:pt x="12645" y="1477990"/>
                </a:lnTo>
                <a:lnTo>
                  <a:pt x="15316" y="1456307"/>
                </a:lnTo>
                <a:cubicBezTo>
                  <a:pt x="16577" y="1438825"/>
                  <a:pt x="16193" y="1421330"/>
                  <a:pt x="11892" y="1403967"/>
                </a:cubicBezTo>
                <a:cubicBezTo>
                  <a:pt x="-1808" y="1348788"/>
                  <a:pt x="932" y="1293662"/>
                  <a:pt x="6412" y="1238066"/>
                </a:cubicBezTo>
                <a:cubicBezTo>
                  <a:pt x="10522" y="1196695"/>
                  <a:pt x="15070" y="1154854"/>
                  <a:pt x="6850" y="1113013"/>
                </a:cubicBezTo>
                <a:cubicBezTo>
                  <a:pt x="3316" y="1093599"/>
                  <a:pt x="3316" y="1073745"/>
                  <a:pt x="6850" y="1054331"/>
                </a:cubicBezTo>
                <a:cubicBezTo>
                  <a:pt x="11124" y="1028180"/>
                  <a:pt x="15179" y="1002291"/>
                  <a:pt x="9699" y="975879"/>
                </a:cubicBezTo>
                <a:cubicBezTo>
                  <a:pt x="7289" y="964373"/>
                  <a:pt x="5481" y="952762"/>
                  <a:pt x="4220" y="941150"/>
                </a:cubicBezTo>
                <a:cubicBezTo>
                  <a:pt x="1710" y="911506"/>
                  <a:pt x="2609" y="881694"/>
                  <a:pt x="6904" y="852238"/>
                </a:cubicBezTo>
                <a:cubicBezTo>
                  <a:pt x="11015" y="818033"/>
                  <a:pt x="4329" y="783619"/>
                  <a:pt x="9809" y="749518"/>
                </a:cubicBezTo>
                <a:cubicBezTo>
                  <a:pt x="13700" y="722055"/>
                  <a:pt x="13848" y="694225"/>
                  <a:pt x="10248" y="666724"/>
                </a:cubicBezTo>
                <a:cubicBezTo>
                  <a:pt x="3770" y="614737"/>
                  <a:pt x="4175" y="562179"/>
                  <a:pt x="11453" y="510291"/>
                </a:cubicBezTo>
                <a:cubicBezTo>
                  <a:pt x="15947" y="480008"/>
                  <a:pt x="18522" y="448837"/>
                  <a:pt x="10466" y="419129"/>
                </a:cubicBezTo>
                <a:cubicBezTo>
                  <a:pt x="-8494" y="349307"/>
                  <a:pt x="2576" y="279380"/>
                  <a:pt x="10466" y="209924"/>
                </a:cubicBezTo>
                <a:cubicBezTo>
                  <a:pt x="15262" y="172623"/>
                  <a:pt x="15371" y="134908"/>
                  <a:pt x="10796" y="97581"/>
                </a:cubicBezTo>
                <a:cubicBezTo>
                  <a:pt x="6735" y="70015"/>
                  <a:pt x="4313" y="42275"/>
                  <a:pt x="3535" y="14494"/>
                </a:cubicBezTo>
                <a:lnTo>
                  <a:pt x="3925" y="2002"/>
                </a:lnTo>
                <a:lnTo>
                  <a:pt x="72292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32959C17-53EC-4A48-8276-E73A5CF1258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304" y="3058476"/>
            <a:ext cx="1463039" cy="1484431"/>
          </a:xfrm>
          <a:custGeom>
            <a:avLst/>
            <a:gdLst>
              <a:gd name="connsiteX0" fmla="*/ 866623 w 1463039"/>
              <a:gd name="connsiteY0" fmla="*/ 570 h 1484431"/>
              <a:gd name="connsiteX1" fmla="*/ 964707 w 1463039"/>
              <a:gd name="connsiteY1" fmla="*/ 8668 h 1484431"/>
              <a:gd name="connsiteX2" fmla="*/ 1111826 w 1463039"/>
              <a:gd name="connsiteY2" fmla="*/ 8365 h 1484431"/>
              <a:gd name="connsiteX3" fmla="*/ 1290056 w 1463039"/>
              <a:gd name="connsiteY3" fmla="*/ 8729 h 1484431"/>
              <a:gd name="connsiteX4" fmla="*/ 1417398 w 1463039"/>
              <a:gd name="connsiteY4" fmla="*/ 6607 h 1484431"/>
              <a:gd name="connsiteX5" fmla="*/ 1454474 w 1463039"/>
              <a:gd name="connsiteY5" fmla="*/ 5289 h 1484431"/>
              <a:gd name="connsiteX6" fmla="*/ 1449519 w 1463039"/>
              <a:gd name="connsiteY6" fmla="*/ 94304 h 1484431"/>
              <a:gd name="connsiteX7" fmla="*/ 1454055 w 1463039"/>
              <a:gd name="connsiteY7" fmla="*/ 198722 h 1484431"/>
              <a:gd name="connsiteX8" fmla="*/ 1456616 w 1463039"/>
              <a:gd name="connsiteY8" fmla="*/ 391198 h 1484431"/>
              <a:gd name="connsiteX9" fmla="*/ 1452608 w 1463039"/>
              <a:gd name="connsiteY9" fmla="*/ 565101 h 1484431"/>
              <a:gd name="connsiteX10" fmla="*/ 1461013 w 1463039"/>
              <a:gd name="connsiteY10" fmla="*/ 624833 h 1484431"/>
              <a:gd name="connsiteX11" fmla="*/ 1451384 w 1463039"/>
              <a:gd name="connsiteY11" fmla="*/ 907021 h 1484431"/>
              <a:gd name="connsiteX12" fmla="*/ 1452664 w 1463039"/>
              <a:gd name="connsiteY12" fmla="*/ 1009693 h 1484431"/>
              <a:gd name="connsiteX13" fmla="*/ 1456003 w 1463039"/>
              <a:gd name="connsiteY13" fmla="*/ 1096987 h 1484431"/>
              <a:gd name="connsiteX14" fmla="*/ 1453721 w 1463039"/>
              <a:gd name="connsiteY14" fmla="*/ 1174561 h 1484431"/>
              <a:gd name="connsiteX15" fmla="*/ 1461723 w 1463039"/>
              <a:gd name="connsiteY15" fmla="*/ 1280017 h 1484431"/>
              <a:gd name="connsiteX16" fmla="*/ 1463039 w 1463039"/>
              <a:gd name="connsiteY16" fmla="*/ 1330730 h 1484431"/>
              <a:gd name="connsiteX17" fmla="*/ 1463039 w 1463039"/>
              <a:gd name="connsiteY17" fmla="*/ 1433812 h 1484431"/>
              <a:gd name="connsiteX18" fmla="*/ 1458898 w 1463039"/>
              <a:gd name="connsiteY18" fmla="*/ 1471899 h 1484431"/>
              <a:gd name="connsiteX19" fmla="*/ 1458307 w 1463039"/>
              <a:gd name="connsiteY19" fmla="*/ 1476108 h 1484431"/>
              <a:gd name="connsiteX20" fmla="*/ 1456252 w 1463039"/>
              <a:gd name="connsiteY20" fmla="*/ 1476005 h 1484431"/>
              <a:gd name="connsiteX21" fmla="*/ 1358700 w 1463039"/>
              <a:gd name="connsiteY21" fmla="*/ 1478794 h 1484431"/>
              <a:gd name="connsiteX22" fmla="*/ 1178286 w 1463039"/>
              <a:gd name="connsiteY22" fmla="*/ 1478794 h 1484431"/>
              <a:gd name="connsiteX23" fmla="*/ 859951 w 1463039"/>
              <a:gd name="connsiteY23" fmla="*/ 1471897 h 1484431"/>
              <a:gd name="connsiteX24" fmla="*/ 500701 w 1463039"/>
              <a:gd name="connsiteY24" fmla="*/ 1474454 h 1484431"/>
              <a:gd name="connsiteX25" fmla="*/ 234329 w 1463039"/>
              <a:gd name="connsiteY25" fmla="*/ 1468256 h 1484431"/>
              <a:gd name="connsiteX26" fmla="*/ 133135 w 1463039"/>
              <a:gd name="connsiteY26" fmla="*/ 1483210 h 1484431"/>
              <a:gd name="connsiteX27" fmla="*/ 12645 w 1463039"/>
              <a:gd name="connsiteY27" fmla="*/ 1484431 h 1484431"/>
              <a:gd name="connsiteX28" fmla="*/ 15316 w 1463039"/>
              <a:gd name="connsiteY28" fmla="*/ 1462748 h 1484431"/>
              <a:gd name="connsiteX29" fmla="*/ 11892 w 1463039"/>
              <a:gd name="connsiteY29" fmla="*/ 1410408 h 1484431"/>
              <a:gd name="connsiteX30" fmla="*/ 6412 w 1463039"/>
              <a:gd name="connsiteY30" fmla="*/ 1244507 h 1484431"/>
              <a:gd name="connsiteX31" fmla="*/ 6850 w 1463039"/>
              <a:gd name="connsiteY31" fmla="*/ 1119454 h 1484431"/>
              <a:gd name="connsiteX32" fmla="*/ 6850 w 1463039"/>
              <a:gd name="connsiteY32" fmla="*/ 1060772 h 1484431"/>
              <a:gd name="connsiteX33" fmla="*/ 9699 w 1463039"/>
              <a:gd name="connsiteY33" fmla="*/ 982320 h 1484431"/>
              <a:gd name="connsiteX34" fmla="*/ 4220 w 1463039"/>
              <a:gd name="connsiteY34" fmla="*/ 947591 h 1484431"/>
              <a:gd name="connsiteX35" fmla="*/ 6904 w 1463039"/>
              <a:gd name="connsiteY35" fmla="*/ 858679 h 1484431"/>
              <a:gd name="connsiteX36" fmla="*/ 9809 w 1463039"/>
              <a:gd name="connsiteY36" fmla="*/ 755959 h 1484431"/>
              <a:gd name="connsiteX37" fmla="*/ 10248 w 1463039"/>
              <a:gd name="connsiteY37" fmla="*/ 673165 h 1484431"/>
              <a:gd name="connsiteX38" fmla="*/ 11453 w 1463039"/>
              <a:gd name="connsiteY38" fmla="*/ 516732 h 1484431"/>
              <a:gd name="connsiteX39" fmla="*/ 10466 w 1463039"/>
              <a:gd name="connsiteY39" fmla="*/ 425570 h 1484431"/>
              <a:gd name="connsiteX40" fmla="*/ 10466 w 1463039"/>
              <a:gd name="connsiteY40" fmla="*/ 216365 h 1484431"/>
              <a:gd name="connsiteX41" fmla="*/ 10796 w 1463039"/>
              <a:gd name="connsiteY41" fmla="*/ 104022 h 1484431"/>
              <a:gd name="connsiteX42" fmla="*/ 3535 w 1463039"/>
              <a:gd name="connsiteY42" fmla="*/ 20935 h 1484431"/>
              <a:gd name="connsiteX43" fmla="*/ 3925 w 1463039"/>
              <a:gd name="connsiteY43" fmla="*/ 8443 h 1484431"/>
              <a:gd name="connsiteX44" fmla="*/ 72292 w 1463039"/>
              <a:gd name="connsiteY44" fmla="*/ 7145 h 1484431"/>
              <a:gd name="connsiteX45" fmla="*/ 231771 w 1463039"/>
              <a:gd name="connsiteY45" fmla="*/ 4000 h 1484431"/>
              <a:gd name="connsiteX46" fmla="*/ 364603 w 1463039"/>
              <a:gd name="connsiteY46" fmla="*/ 11881 h 1484431"/>
              <a:gd name="connsiteX47" fmla="*/ 768234 w 1463039"/>
              <a:gd name="connsiteY47" fmla="*/ 2060 h 1484431"/>
              <a:gd name="connsiteX48" fmla="*/ 866623 w 1463039"/>
              <a:gd name="connsiteY48" fmla="*/ 570 h 1484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1463039" h="1484431">
                <a:moveTo>
                  <a:pt x="866623" y="570"/>
                </a:moveTo>
                <a:cubicBezTo>
                  <a:pt x="899406" y="1672"/>
                  <a:pt x="932137" y="4373"/>
                  <a:pt x="964707" y="8668"/>
                </a:cubicBezTo>
                <a:cubicBezTo>
                  <a:pt x="1013530" y="15822"/>
                  <a:pt x="1062767" y="11396"/>
                  <a:pt x="1111826" y="8365"/>
                </a:cubicBezTo>
                <a:cubicBezTo>
                  <a:pt x="1171217" y="4667"/>
                  <a:pt x="1230548" y="2666"/>
                  <a:pt x="1290056" y="8729"/>
                </a:cubicBezTo>
                <a:cubicBezTo>
                  <a:pt x="1332385" y="13093"/>
                  <a:pt x="1374950" y="9032"/>
                  <a:pt x="1417398" y="6607"/>
                </a:cubicBezTo>
                <a:lnTo>
                  <a:pt x="1454474" y="5289"/>
                </a:lnTo>
                <a:lnTo>
                  <a:pt x="1449519" y="94304"/>
                </a:lnTo>
                <a:cubicBezTo>
                  <a:pt x="1449060" y="129133"/>
                  <a:pt x="1450326" y="163950"/>
                  <a:pt x="1454055" y="198722"/>
                </a:cubicBezTo>
                <a:cubicBezTo>
                  <a:pt x="1460000" y="262766"/>
                  <a:pt x="1460857" y="327061"/>
                  <a:pt x="1456616" y="391198"/>
                </a:cubicBezTo>
                <a:cubicBezTo>
                  <a:pt x="1453666" y="449150"/>
                  <a:pt x="1446429" y="507011"/>
                  <a:pt x="1452608" y="565101"/>
                </a:cubicBezTo>
                <a:cubicBezTo>
                  <a:pt x="1454723" y="585088"/>
                  <a:pt x="1459844" y="604709"/>
                  <a:pt x="1461013" y="624833"/>
                </a:cubicBezTo>
                <a:cubicBezTo>
                  <a:pt x="1466579" y="719109"/>
                  <a:pt x="1458230" y="813065"/>
                  <a:pt x="1451384" y="907021"/>
                </a:cubicBezTo>
                <a:cubicBezTo>
                  <a:pt x="1448879" y="941245"/>
                  <a:pt x="1445817" y="975469"/>
                  <a:pt x="1452664" y="1009693"/>
                </a:cubicBezTo>
                <a:cubicBezTo>
                  <a:pt x="1458091" y="1038573"/>
                  <a:pt x="1459210" y="1067888"/>
                  <a:pt x="1456003" y="1096987"/>
                </a:cubicBezTo>
                <a:cubicBezTo>
                  <a:pt x="1452797" y="1122759"/>
                  <a:pt x="1452035" y="1148692"/>
                  <a:pt x="1453721" y="1174561"/>
                </a:cubicBezTo>
                <a:cubicBezTo>
                  <a:pt x="1457200" y="1209698"/>
                  <a:pt x="1459900" y="1244846"/>
                  <a:pt x="1461723" y="1280017"/>
                </a:cubicBezTo>
                <a:lnTo>
                  <a:pt x="1463039" y="1330730"/>
                </a:lnTo>
                <a:lnTo>
                  <a:pt x="1463039" y="1433812"/>
                </a:lnTo>
                <a:lnTo>
                  <a:pt x="1458898" y="1471899"/>
                </a:lnTo>
                <a:lnTo>
                  <a:pt x="1458307" y="1476108"/>
                </a:lnTo>
                <a:lnTo>
                  <a:pt x="1456252" y="1476005"/>
                </a:lnTo>
                <a:cubicBezTo>
                  <a:pt x="1423776" y="1477709"/>
                  <a:pt x="1391237" y="1478251"/>
                  <a:pt x="1358700" y="1478794"/>
                </a:cubicBezTo>
                <a:cubicBezTo>
                  <a:pt x="1298542" y="1479801"/>
                  <a:pt x="1238141" y="1489099"/>
                  <a:pt x="1178286" y="1478794"/>
                </a:cubicBezTo>
                <a:cubicBezTo>
                  <a:pt x="1072672" y="1461941"/>
                  <a:pt x="965947" y="1459624"/>
                  <a:pt x="859951" y="1471897"/>
                </a:cubicBezTo>
                <a:cubicBezTo>
                  <a:pt x="740406" y="1483830"/>
                  <a:pt x="620344" y="1484683"/>
                  <a:pt x="500701" y="1474454"/>
                </a:cubicBezTo>
                <a:cubicBezTo>
                  <a:pt x="412072" y="1467171"/>
                  <a:pt x="323262" y="1461747"/>
                  <a:pt x="234329" y="1468256"/>
                </a:cubicBezTo>
                <a:cubicBezTo>
                  <a:pt x="200275" y="1470813"/>
                  <a:pt x="167069" y="1481971"/>
                  <a:pt x="133135" y="1483210"/>
                </a:cubicBezTo>
                <a:lnTo>
                  <a:pt x="12645" y="1484431"/>
                </a:lnTo>
                <a:lnTo>
                  <a:pt x="15316" y="1462748"/>
                </a:lnTo>
                <a:cubicBezTo>
                  <a:pt x="16577" y="1445266"/>
                  <a:pt x="16193" y="1427771"/>
                  <a:pt x="11892" y="1410408"/>
                </a:cubicBezTo>
                <a:cubicBezTo>
                  <a:pt x="-1808" y="1355229"/>
                  <a:pt x="932" y="1300103"/>
                  <a:pt x="6412" y="1244507"/>
                </a:cubicBezTo>
                <a:cubicBezTo>
                  <a:pt x="10522" y="1203136"/>
                  <a:pt x="15070" y="1161295"/>
                  <a:pt x="6850" y="1119454"/>
                </a:cubicBezTo>
                <a:cubicBezTo>
                  <a:pt x="3316" y="1100040"/>
                  <a:pt x="3316" y="1080186"/>
                  <a:pt x="6850" y="1060772"/>
                </a:cubicBezTo>
                <a:cubicBezTo>
                  <a:pt x="11124" y="1034621"/>
                  <a:pt x="15179" y="1008732"/>
                  <a:pt x="9699" y="982320"/>
                </a:cubicBezTo>
                <a:cubicBezTo>
                  <a:pt x="7289" y="970814"/>
                  <a:pt x="5481" y="959203"/>
                  <a:pt x="4220" y="947591"/>
                </a:cubicBezTo>
                <a:cubicBezTo>
                  <a:pt x="1710" y="917947"/>
                  <a:pt x="2609" y="888135"/>
                  <a:pt x="6904" y="858679"/>
                </a:cubicBezTo>
                <a:cubicBezTo>
                  <a:pt x="11015" y="824474"/>
                  <a:pt x="4329" y="790060"/>
                  <a:pt x="9809" y="755959"/>
                </a:cubicBezTo>
                <a:cubicBezTo>
                  <a:pt x="13700" y="728496"/>
                  <a:pt x="13848" y="700666"/>
                  <a:pt x="10248" y="673165"/>
                </a:cubicBezTo>
                <a:cubicBezTo>
                  <a:pt x="3770" y="621178"/>
                  <a:pt x="4175" y="568620"/>
                  <a:pt x="11453" y="516732"/>
                </a:cubicBezTo>
                <a:cubicBezTo>
                  <a:pt x="15947" y="486449"/>
                  <a:pt x="18522" y="455278"/>
                  <a:pt x="10466" y="425570"/>
                </a:cubicBezTo>
                <a:cubicBezTo>
                  <a:pt x="-8494" y="355748"/>
                  <a:pt x="2576" y="285821"/>
                  <a:pt x="10466" y="216365"/>
                </a:cubicBezTo>
                <a:cubicBezTo>
                  <a:pt x="15262" y="179064"/>
                  <a:pt x="15371" y="141349"/>
                  <a:pt x="10796" y="104022"/>
                </a:cubicBezTo>
                <a:cubicBezTo>
                  <a:pt x="6735" y="76456"/>
                  <a:pt x="4313" y="48716"/>
                  <a:pt x="3535" y="20935"/>
                </a:cubicBezTo>
                <a:lnTo>
                  <a:pt x="3925" y="8443"/>
                </a:lnTo>
                <a:lnTo>
                  <a:pt x="72292" y="7145"/>
                </a:lnTo>
                <a:cubicBezTo>
                  <a:pt x="125550" y="5561"/>
                  <a:pt x="178728" y="3394"/>
                  <a:pt x="231771" y="4000"/>
                </a:cubicBezTo>
                <a:cubicBezTo>
                  <a:pt x="276049" y="4485"/>
                  <a:pt x="320208" y="13578"/>
                  <a:pt x="364603" y="11881"/>
                </a:cubicBezTo>
                <a:cubicBezTo>
                  <a:pt x="499147" y="6910"/>
                  <a:pt x="633750" y="8547"/>
                  <a:pt x="768234" y="2060"/>
                </a:cubicBezTo>
                <a:cubicBezTo>
                  <a:pt x="801008" y="-38"/>
                  <a:pt x="833841" y="-533"/>
                  <a:pt x="866623" y="57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88952" cy="1325563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Rectangle 18" descr="Tag=AccentColor&#10;Flavor=Light&#10;Target=FillAndLine">
            <a:extLst>
              <a:ext uri="{FF2B5EF4-FFF2-40B4-BE49-F238E27FC236}">
                <a16:creationId xmlns:a16="http://schemas.microsoft.com/office/drawing/2014/main" id="{2D7984C8-AF4A-4D59-BB2D-72D92F873C0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EC125114-9BE9-4C21-BEC1-81B6851622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09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2AB98BFD-4068-4EDA-8DE5-E5D978EDDF2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931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937737FC-57C8-4243-BE91-4E9684B8361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553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CA78FA67-D083-4763-B647-4554C3C5097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5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F1892FE5-DAA3-4902-93EF-46D6565FFB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0797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183427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Center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880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04288"/>
            <a:ext cx="10515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83465705-093A-460D-83A5-4A4F3275ADB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290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E264-531D-49C1-A8AF-2B4C1D21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1B8-2F1B-46AA-858A-CFFF5AF7C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9631-18C0-43BD-8AF3-9137D6D4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E5057-693B-4E10-958E-0ABE79FEC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0CECB1-0A35-4C10-9D3D-FE440428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23FEB8C5-87FB-41BA-B300-D935D5EEAEC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232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78608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617842"/>
            <a:ext cx="5157787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78608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617842"/>
            <a:ext cx="5183188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408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49224" y="2578608"/>
            <a:ext cx="3200400" cy="71124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9224" y="3339547"/>
            <a:ext cx="3200400" cy="290063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49884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9884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2AA5FD4-D71A-436D-B50A-847980623C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3932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498877DB-362B-4B53-84A8-D53090240FD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3932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07597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95429EAB-EC88-4283-9CAC-5C4336D687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63901" y="-1"/>
            <a:ext cx="3928091" cy="4143506"/>
          </a:xfrm>
          <a:custGeom>
            <a:avLst/>
            <a:gdLst>
              <a:gd name="connsiteX0" fmla="*/ 23605 w 3928091"/>
              <a:gd name="connsiteY0" fmla="*/ 0 h 4143506"/>
              <a:gd name="connsiteX1" fmla="*/ 3928091 w 3928091"/>
              <a:gd name="connsiteY1" fmla="*/ 0 h 4143506"/>
              <a:gd name="connsiteX2" fmla="*/ 3928091 w 3928091"/>
              <a:gd name="connsiteY2" fmla="*/ 4125656 h 4143506"/>
              <a:gd name="connsiteX3" fmla="*/ 3780617 w 3928091"/>
              <a:gd name="connsiteY3" fmla="*/ 4131078 h 4143506"/>
              <a:gd name="connsiteX4" fmla="*/ 3281801 w 3928091"/>
              <a:gd name="connsiteY4" fmla="*/ 4125634 h 4143506"/>
              <a:gd name="connsiteX5" fmla="*/ 2622887 w 3928091"/>
              <a:gd name="connsiteY5" fmla="*/ 4130456 h 4143506"/>
              <a:gd name="connsiteX6" fmla="*/ 2169916 w 3928091"/>
              <a:gd name="connsiteY6" fmla="*/ 4111570 h 4143506"/>
              <a:gd name="connsiteX7" fmla="*/ 1705097 w 3928091"/>
              <a:gd name="connsiteY7" fmla="*/ 4140234 h 4143506"/>
              <a:gd name="connsiteX8" fmla="*/ 1364801 w 3928091"/>
              <a:gd name="connsiteY8" fmla="*/ 4124429 h 4143506"/>
              <a:gd name="connsiteX9" fmla="*/ 1123316 w 3928091"/>
              <a:gd name="connsiteY9" fmla="*/ 4121750 h 4143506"/>
              <a:gd name="connsiteX10" fmla="*/ 688243 w 3928091"/>
              <a:gd name="connsiteY10" fmla="*/ 4130323 h 4143506"/>
              <a:gd name="connsiteX11" fmla="*/ 298918 w 3928091"/>
              <a:gd name="connsiteY11" fmla="*/ 4118266 h 4143506"/>
              <a:gd name="connsiteX12" fmla="*/ 105785 w 3928091"/>
              <a:gd name="connsiteY12" fmla="*/ 4130037 h 4143506"/>
              <a:gd name="connsiteX13" fmla="*/ 15503 w 3928091"/>
              <a:gd name="connsiteY13" fmla="*/ 4130462 h 4143506"/>
              <a:gd name="connsiteX14" fmla="*/ 14458 w 3928091"/>
              <a:gd name="connsiteY14" fmla="*/ 4122289 h 4143506"/>
              <a:gd name="connsiteX15" fmla="*/ 346 w 3928091"/>
              <a:gd name="connsiteY15" fmla="*/ 3882149 h 4143506"/>
              <a:gd name="connsiteX16" fmla="*/ 27583 w 3928091"/>
              <a:gd name="connsiteY16" fmla="*/ 3294816 h 4143506"/>
              <a:gd name="connsiteX17" fmla="*/ 21797 w 3928091"/>
              <a:gd name="connsiteY17" fmla="*/ 3078932 h 4143506"/>
              <a:gd name="connsiteX18" fmla="*/ 30264 w 3928091"/>
              <a:gd name="connsiteY18" fmla="*/ 2835999 h 4143506"/>
              <a:gd name="connsiteX19" fmla="*/ 33510 w 3928091"/>
              <a:gd name="connsiteY19" fmla="*/ 2550270 h 4143506"/>
              <a:gd name="connsiteX20" fmla="*/ 9096 w 3928091"/>
              <a:gd name="connsiteY20" fmla="*/ 1764959 h 4143506"/>
              <a:gd name="connsiteX21" fmla="*/ 30406 w 3928091"/>
              <a:gd name="connsiteY21" fmla="*/ 1598729 h 4143506"/>
              <a:gd name="connsiteX22" fmla="*/ 20244 w 3928091"/>
              <a:gd name="connsiteY22" fmla="*/ 1114767 h 4143506"/>
              <a:gd name="connsiteX23" fmla="*/ 26736 w 3928091"/>
              <a:gd name="connsiteY23" fmla="*/ 579120 h 4143506"/>
              <a:gd name="connsiteX24" fmla="*/ 38237 w 3928091"/>
              <a:gd name="connsiteY24" fmla="*/ 288533 h 414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3928091" h="4143506">
                <a:moveTo>
                  <a:pt x="23605" y="0"/>
                </a:moveTo>
                <a:lnTo>
                  <a:pt x="3928091" y="0"/>
                </a:lnTo>
                <a:lnTo>
                  <a:pt x="3928091" y="4125656"/>
                </a:lnTo>
                <a:lnTo>
                  <a:pt x="3780617" y="4131078"/>
                </a:lnTo>
                <a:cubicBezTo>
                  <a:pt x="3614346" y="4131561"/>
                  <a:pt x="3448073" y="4118803"/>
                  <a:pt x="3281801" y="4125634"/>
                </a:cubicBezTo>
                <a:cubicBezTo>
                  <a:pt x="3062120" y="4134609"/>
                  <a:pt x="2842441" y="4144923"/>
                  <a:pt x="2622887" y="4130456"/>
                </a:cubicBezTo>
                <a:cubicBezTo>
                  <a:pt x="2472401" y="4120545"/>
                  <a:pt x="2321159" y="4107551"/>
                  <a:pt x="2169916" y="4111570"/>
                </a:cubicBezTo>
                <a:cubicBezTo>
                  <a:pt x="2014640" y="4115856"/>
                  <a:pt x="1859994" y="4129920"/>
                  <a:pt x="1705097" y="4140234"/>
                </a:cubicBezTo>
                <a:cubicBezTo>
                  <a:pt x="1591463" y="4147694"/>
                  <a:pt x="1477389" y="4142391"/>
                  <a:pt x="1364801" y="4124429"/>
                </a:cubicBezTo>
                <a:cubicBezTo>
                  <a:pt x="1284516" y="4111703"/>
                  <a:pt x="1203727" y="4117195"/>
                  <a:pt x="1123316" y="4121750"/>
                </a:cubicBezTo>
                <a:cubicBezTo>
                  <a:pt x="978124" y="4130323"/>
                  <a:pt x="833434" y="4143717"/>
                  <a:pt x="688243" y="4130323"/>
                </a:cubicBezTo>
                <a:cubicBezTo>
                  <a:pt x="558551" y="4118266"/>
                  <a:pt x="427601" y="4108489"/>
                  <a:pt x="298918" y="4118266"/>
                </a:cubicBezTo>
                <a:cubicBezTo>
                  <a:pt x="234577" y="4123155"/>
                  <a:pt x="170204" y="4128045"/>
                  <a:pt x="105785" y="4130037"/>
                </a:cubicBezTo>
                <a:lnTo>
                  <a:pt x="15503" y="4130462"/>
                </a:lnTo>
                <a:lnTo>
                  <a:pt x="14458" y="4122289"/>
                </a:lnTo>
                <a:cubicBezTo>
                  <a:pt x="3338" y="4042653"/>
                  <a:pt x="-1375" y="3962394"/>
                  <a:pt x="346" y="3882149"/>
                </a:cubicBezTo>
                <a:cubicBezTo>
                  <a:pt x="205" y="3686075"/>
                  <a:pt x="9942" y="3490383"/>
                  <a:pt x="27583" y="3294816"/>
                </a:cubicBezTo>
                <a:cubicBezTo>
                  <a:pt x="31859" y="3222826"/>
                  <a:pt x="29926" y="3150656"/>
                  <a:pt x="21797" y="3078932"/>
                </a:cubicBezTo>
                <a:cubicBezTo>
                  <a:pt x="13668" y="2997950"/>
                  <a:pt x="16505" y="2916372"/>
                  <a:pt x="30264" y="2835999"/>
                </a:cubicBezTo>
                <a:cubicBezTo>
                  <a:pt x="47622" y="2740756"/>
                  <a:pt x="39860" y="2645513"/>
                  <a:pt x="33510" y="2550270"/>
                </a:cubicBezTo>
                <a:cubicBezTo>
                  <a:pt x="16152" y="2288796"/>
                  <a:pt x="-5017" y="2027322"/>
                  <a:pt x="9096" y="1764959"/>
                </a:cubicBezTo>
                <a:cubicBezTo>
                  <a:pt x="12060" y="1708956"/>
                  <a:pt x="25042" y="1654350"/>
                  <a:pt x="30406" y="1598729"/>
                </a:cubicBezTo>
                <a:cubicBezTo>
                  <a:pt x="46071" y="1437069"/>
                  <a:pt x="27723" y="1276045"/>
                  <a:pt x="20244" y="1114767"/>
                </a:cubicBezTo>
                <a:cubicBezTo>
                  <a:pt x="9491" y="936281"/>
                  <a:pt x="11664" y="757351"/>
                  <a:pt x="26736" y="579120"/>
                </a:cubicBezTo>
                <a:cubicBezTo>
                  <a:pt x="36191" y="482353"/>
                  <a:pt x="39402" y="385459"/>
                  <a:pt x="38237" y="28853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95853130-EDA3-41D2-A3D5-E39613A79C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81029" y="4328340"/>
            <a:ext cx="3910962" cy="2529660"/>
          </a:xfrm>
          <a:custGeom>
            <a:avLst/>
            <a:gdLst>
              <a:gd name="connsiteX0" fmla="*/ 842684 w 3910962"/>
              <a:gd name="connsiteY0" fmla="*/ 662 h 2529660"/>
              <a:gd name="connsiteX1" fmla="*/ 1140350 w 3910962"/>
              <a:gd name="connsiteY1" fmla="*/ 3173 h 2529660"/>
              <a:gd name="connsiteX2" fmla="*/ 1350451 w 3910962"/>
              <a:gd name="connsiteY2" fmla="*/ 29025 h 2529660"/>
              <a:gd name="connsiteX3" fmla="*/ 1903495 w 3910962"/>
              <a:gd name="connsiteY3" fmla="*/ 18310 h 2529660"/>
              <a:gd name="connsiteX4" fmla="*/ 2649374 w 3910962"/>
              <a:gd name="connsiteY4" fmla="*/ 22730 h 2529660"/>
              <a:gd name="connsiteX5" fmla="*/ 3310304 w 3910962"/>
              <a:gd name="connsiteY5" fmla="*/ 10808 h 2529660"/>
              <a:gd name="connsiteX6" fmla="*/ 3684881 w 3910962"/>
              <a:gd name="connsiteY6" fmla="*/ 10808 h 2529660"/>
              <a:gd name="connsiteX7" fmla="*/ 3887420 w 3910962"/>
              <a:gd name="connsiteY7" fmla="*/ 15630 h 2529660"/>
              <a:gd name="connsiteX8" fmla="*/ 3910962 w 3910962"/>
              <a:gd name="connsiteY8" fmla="*/ 11105 h 2529660"/>
              <a:gd name="connsiteX9" fmla="*/ 3910962 w 3910962"/>
              <a:gd name="connsiteY9" fmla="*/ 2529660 h 2529660"/>
              <a:gd name="connsiteX10" fmla="*/ 6242 w 3910962"/>
              <a:gd name="connsiteY10" fmla="*/ 2529660 h 2529660"/>
              <a:gd name="connsiteX11" fmla="*/ 25280 w 3910962"/>
              <a:gd name="connsiteY11" fmla="*/ 2158134 h 2529660"/>
              <a:gd name="connsiteX12" fmla="*/ 11167 w 3910962"/>
              <a:gd name="connsiteY12" fmla="*/ 1427303 h 2529660"/>
              <a:gd name="connsiteX13" fmla="*/ 3970 w 3910962"/>
              <a:gd name="connsiteY13" fmla="*/ 934453 h 2529660"/>
              <a:gd name="connsiteX14" fmla="*/ 5805 w 3910962"/>
              <a:gd name="connsiteY14" fmla="*/ 380010 h 2529660"/>
              <a:gd name="connsiteX15" fmla="*/ 18506 w 3910962"/>
              <a:gd name="connsiteY15" fmla="*/ 139744 h 2529660"/>
              <a:gd name="connsiteX16" fmla="*/ 19072 w 3910962"/>
              <a:gd name="connsiteY16" fmla="*/ 23791 h 2529660"/>
              <a:gd name="connsiteX17" fmla="*/ 67093 w 3910962"/>
              <a:gd name="connsiteY17" fmla="*/ 27133 h 2529660"/>
              <a:gd name="connsiteX18" fmla="*/ 545085 w 3910962"/>
              <a:gd name="connsiteY18" fmla="*/ 11612 h 2529660"/>
              <a:gd name="connsiteX19" fmla="*/ 842684 w 3910962"/>
              <a:gd name="connsiteY19" fmla="*/ 662 h 2529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10962" h="2529660">
                <a:moveTo>
                  <a:pt x="842684" y="662"/>
                </a:moveTo>
                <a:cubicBezTo>
                  <a:pt x="941895" y="-744"/>
                  <a:pt x="1041116" y="93"/>
                  <a:pt x="1140350" y="3173"/>
                </a:cubicBezTo>
                <a:cubicBezTo>
                  <a:pt x="1210804" y="5316"/>
                  <a:pt x="1279746" y="24605"/>
                  <a:pt x="1350451" y="29025"/>
                </a:cubicBezTo>
                <a:cubicBezTo>
                  <a:pt x="1535093" y="40276"/>
                  <a:pt x="1719483" y="30901"/>
                  <a:pt x="1903495" y="18310"/>
                </a:cubicBezTo>
                <a:cubicBezTo>
                  <a:pt x="2151898" y="628"/>
                  <a:pt x="2401172" y="2101"/>
                  <a:pt x="2649374" y="22730"/>
                </a:cubicBezTo>
                <a:cubicBezTo>
                  <a:pt x="2869445" y="43947"/>
                  <a:pt x="3091027" y="39942"/>
                  <a:pt x="3310304" y="10808"/>
                </a:cubicBezTo>
                <a:cubicBezTo>
                  <a:pt x="3434575" y="-7007"/>
                  <a:pt x="3559980" y="9067"/>
                  <a:pt x="3684881" y="10808"/>
                </a:cubicBezTo>
                <a:cubicBezTo>
                  <a:pt x="3752435" y="11746"/>
                  <a:pt x="3819992" y="12684"/>
                  <a:pt x="3887420" y="15630"/>
                </a:cubicBezTo>
                <a:lnTo>
                  <a:pt x="3910962" y="11105"/>
                </a:lnTo>
                <a:lnTo>
                  <a:pt x="3910962" y="2529660"/>
                </a:lnTo>
                <a:lnTo>
                  <a:pt x="6242" y="2529660"/>
                </a:lnTo>
                <a:lnTo>
                  <a:pt x="25280" y="2158134"/>
                </a:lnTo>
                <a:cubicBezTo>
                  <a:pt x="28243" y="1914439"/>
                  <a:pt x="36288" y="1670236"/>
                  <a:pt x="11167" y="1427303"/>
                </a:cubicBezTo>
                <a:cubicBezTo>
                  <a:pt x="-5908" y="1262723"/>
                  <a:pt x="865" y="1098905"/>
                  <a:pt x="3970" y="934453"/>
                </a:cubicBezTo>
                <a:cubicBezTo>
                  <a:pt x="7498" y="749680"/>
                  <a:pt x="5805" y="564783"/>
                  <a:pt x="5805" y="380010"/>
                </a:cubicBezTo>
                <a:cubicBezTo>
                  <a:pt x="5522" y="299625"/>
                  <a:pt x="10321" y="219748"/>
                  <a:pt x="18506" y="139744"/>
                </a:cubicBezTo>
                <a:lnTo>
                  <a:pt x="19072" y="23791"/>
                </a:lnTo>
                <a:lnTo>
                  <a:pt x="67093" y="27133"/>
                </a:lnTo>
                <a:cubicBezTo>
                  <a:pt x="226530" y="32207"/>
                  <a:pt x="385807" y="21156"/>
                  <a:pt x="545085" y="11612"/>
                </a:cubicBezTo>
                <a:cubicBezTo>
                  <a:pt x="644275" y="5719"/>
                  <a:pt x="743474" y="2069"/>
                  <a:pt x="842684" y="662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3A9F270A-23C2-4A09-BC7C-5CB160B890C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21992" y="3792430"/>
            <a:ext cx="3041329" cy="3065569"/>
          </a:xfrm>
          <a:custGeom>
            <a:avLst/>
            <a:gdLst>
              <a:gd name="connsiteX0" fmla="*/ 2750933 w 3041329"/>
              <a:gd name="connsiteY0" fmla="*/ 0 h 3065569"/>
              <a:gd name="connsiteX1" fmla="*/ 3041329 w 3041329"/>
              <a:gd name="connsiteY1" fmla="*/ 10946 h 3065569"/>
              <a:gd name="connsiteX2" fmla="*/ 3041329 w 3041329"/>
              <a:gd name="connsiteY2" fmla="*/ 175882 h 3065569"/>
              <a:gd name="connsiteX3" fmla="*/ 3034394 w 3041329"/>
              <a:gd name="connsiteY3" fmla="*/ 266109 h 3065569"/>
              <a:gd name="connsiteX4" fmla="*/ 3037217 w 3041329"/>
              <a:gd name="connsiteY4" fmla="*/ 802010 h 3065569"/>
              <a:gd name="connsiteX5" fmla="*/ 3025363 w 3041329"/>
              <a:gd name="connsiteY5" fmla="*/ 1170283 h 3065569"/>
              <a:gd name="connsiteX6" fmla="*/ 3020000 w 3041329"/>
              <a:gd name="connsiteY6" fmla="*/ 1316450 h 3065569"/>
              <a:gd name="connsiteX7" fmla="*/ 3014637 w 3041329"/>
              <a:gd name="connsiteY7" fmla="*/ 1344641 h 3065569"/>
              <a:gd name="connsiteX8" fmla="*/ 3014637 w 3041329"/>
              <a:gd name="connsiteY8" fmla="*/ 1357340 h 3065569"/>
              <a:gd name="connsiteX9" fmla="*/ 3021693 w 3041329"/>
              <a:gd name="connsiteY9" fmla="*/ 1384898 h 3065569"/>
              <a:gd name="connsiteX10" fmla="*/ 3029173 w 3041329"/>
              <a:gd name="connsiteY10" fmla="*/ 1911401 h 3065569"/>
              <a:gd name="connsiteX11" fmla="*/ 3039899 w 3041329"/>
              <a:gd name="connsiteY11" fmla="*/ 2395617 h 3065569"/>
              <a:gd name="connsiteX12" fmla="*/ 3041329 w 3041329"/>
              <a:gd name="connsiteY12" fmla="*/ 2446475 h 3065569"/>
              <a:gd name="connsiteX13" fmla="*/ 3041329 w 3041329"/>
              <a:gd name="connsiteY13" fmla="*/ 2649259 h 3065569"/>
              <a:gd name="connsiteX14" fmla="*/ 3040516 w 3041329"/>
              <a:gd name="connsiteY14" fmla="*/ 2683378 h 3065569"/>
              <a:gd name="connsiteX15" fmla="*/ 3029596 w 3041329"/>
              <a:gd name="connsiteY15" fmla="*/ 2971138 h 3065569"/>
              <a:gd name="connsiteX16" fmla="*/ 3031678 w 3041329"/>
              <a:gd name="connsiteY16" fmla="*/ 3022824 h 3065569"/>
              <a:gd name="connsiteX17" fmla="*/ 3034625 w 3041329"/>
              <a:gd name="connsiteY17" fmla="*/ 3065569 h 3065569"/>
              <a:gd name="connsiteX18" fmla="*/ 24938 w 3041329"/>
              <a:gd name="connsiteY18" fmla="*/ 3065569 h 3065569"/>
              <a:gd name="connsiteX19" fmla="*/ 25911 w 3041329"/>
              <a:gd name="connsiteY19" fmla="*/ 3001918 h 3065569"/>
              <a:gd name="connsiteX20" fmla="*/ 38276 w 3041329"/>
              <a:gd name="connsiteY20" fmla="*/ 2918677 h 3065569"/>
              <a:gd name="connsiteX21" fmla="*/ 28835 w 3041329"/>
              <a:gd name="connsiteY21" fmla="*/ 2491295 h 3065569"/>
              <a:gd name="connsiteX22" fmla="*/ 21053 w 3041329"/>
              <a:gd name="connsiteY22" fmla="*/ 2094786 h 3065569"/>
              <a:gd name="connsiteX23" fmla="*/ 16716 w 3041329"/>
              <a:gd name="connsiteY23" fmla="*/ 1719456 h 3065569"/>
              <a:gd name="connsiteX24" fmla="*/ 3192 w 3041329"/>
              <a:gd name="connsiteY24" fmla="*/ 1622752 h 3065569"/>
              <a:gd name="connsiteX25" fmla="*/ 24242 w 3041329"/>
              <a:gd name="connsiteY25" fmla="*/ 1269110 h 3065569"/>
              <a:gd name="connsiteX26" fmla="*/ 24242 w 3041329"/>
              <a:gd name="connsiteY26" fmla="*/ 1044447 h 3065569"/>
              <a:gd name="connsiteX27" fmla="*/ 13654 w 3041329"/>
              <a:gd name="connsiteY27" fmla="*/ 884594 h 3065569"/>
              <a:gd name="connsiteX28" fmla="*/ 23477 w 3041329"/>
              <a:gd name="connsiteY28" fmla="*/ 597929 h 3065569"/>
              <a:gd name="connsiteX29" fmla="*/ 26284 w 3041329"/>
              <a:gd name="connsiteY29" fmla="*/ 408605 h 3065569"/>
              <a:gd name="connsiteX30" fmla="*/ 33300 w 3041329"/>
              <a:gd name="connsiteY30" fmla="*/ 153452 h 3065569"/>
              <a:gd name="connsiteX31" fmla="*/ 16058 w 3041329"/>
              <a:gd name="connsiteY31" fmla="*/ 52511 h 3065569"/>
              <a:gd name="connsiteX32" fmla="*/ 13611 w 3041329"/>
              <a:gd name="connsiteY32" fmla="*/ 10473 h 3065569"/>
              <a:gd name="connsiteX33" fmla="*/ 222689 w 3041329"/>
              <a:gd name="connsiteY33" fmla="*/ 5194 h 3065569"/>
              <a:gd name="connsiteX34" fmla="*/ 988364 w 3041329"/>
              <a:gd name="connsiteY34" fmla="*/ 17002 h 3065569"/>
              <a:gd name="connsiteX35" fmla="*/ 1316477 w 3041329"/>
              <a:gd name="connsiteY35" fmla="*/ 7977 h 3065569"/>
              <a:gd name="connsiteX36" fmla="*/ 1738973 w 3041329"/>
              <a:gd name="connsiteY36" fmla="*/ 11247 h 3065569"/>
              <a:gd name="connsiteX37" fmla="*/ 2438148 w 3041329"/>
              <a:gd name="connsiteY37" fmla="*/ 11247 h 3065569"/>
              <a:gd name="connsiteX38" fmla="*/ 2750933 w 3041329"/>
              <a:gd name="connsiteY38" fmla="*/ 0 h 3065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3041329" h="3065569">
                <a:moveTo>
                  <a:pt x="2750933" y="0"/>
                </a:moveTo>
                <a:lnTo>
                  <a:pt x="3041329" y="10946"/>
                </a:lnTo>
                <a:lnTo>
                  <a:pt x="3041329" y="175882"/>
                </a:lnTo>
                <a:lnTo>
                  <a:pt x="3034394" y="266109"/>
                </a:lnTo>
                <a:cubicBezTo>
                  <a:pt x="3019012" y="444912"/>
                  <a:pt x="3025927" y="623588"/>
                  <a:pt x="3037217" y="802010"/>
                </a:cubicBezTo>
                <a:cubicBezTo>
                  <a:pt x="3044443" y="924849"/>
                  <a:pt x="3040477" y="1048016"/>
                  <a:pt x="3025363" y="1170283"/>
                </a:cubicBezTo>
                <a:cubicBezTo>
                  <a:pt x="3020000" y="1218920"/>
                  <a:pt x="3020987" y="1267685"/>
                  <a:pt x="3020000" y="1316450"/>
                </a:cubicBezTo>
                <a:cubicBezTo>
                  <a:pt x="3019717" y="1325847"/>
                  <a:pt x="3026069" y="1336767"/>
                  <a:pt x="3014637" y="1344641"/>
                </a:cubicBezTo>
                <a:lnTo>
                  <a:pt x="3014637" y="1357340"/>
                </a:lnTo>
                <a:cubicBezTo>
                  <a:pt x="3027198" y="1364325"/>
                  <a:pt x="3020706" y="1375754"/>
                  <a:pt x="3021693" y="1384898"/>
                </a:cubicBezTo>
                <a:cubicBezTo>
                  <a:pt x="3038360" y="1560005"/>
                  <a:pt x="3040872" y="1735963"/>
                  <a:pt x="3029173" y="1911401"/>
                </a:cubicBezTo>
                <a:cubicBezTo>
                  <a:pt x="3020564" y="2072933"/>
                  <a:pt x="3029455" y="2234211"/>
                  <a:pt x="3039899" y="2395617"/>
                </a:cubicBezTo>
                <a:lnTo>
                  <a:pt x="3041329" y="2446475"/>
                </a:lnTo>
                <a:lnTo>
                  <a:pt x="3041329" y="2649259"/>
                </a:lnTo>
                <a:lnTo>
                  <a:pt x="3040516" y="2683378"/>
                </a:lnTo>
                <a:cubicBezTo>
                  <a:pt x="3036759" y="2779288"/>
                  <a:pt x="3031078" y="2875197"/>
                  <a:pt x="3029596" y="2971138"/>
                </a:cubicBezTo>
                <a:cubicBezTo>
                  <a:pt x="3029314" y="2988346"/>
                  <a:pt x="3030372" y="3005585"/>
                  <a:pt x="3031678" y="3022824"/>
                </a:cubicBezTo>
                <a:lnTo>
                  <a:pt x="3034625" y="3065569"/>
                </a:lnTo>
                <a:lnTo>
                  <a:pt x="24938" y="3065569"/>
                </a:lnTo>
                <a:lnTo>
                  <a:pt x="25911" y="3001918"/>
                </a:lnTo>
                <a:cubicBezTo>
                  <a:pt x="28191" y="2973959"/>
                  <a:pt x="32318" y="2946151"/>
                  <a:pt x="38276" y="2918677"/>
                </a:cubicBezTo>
                <a:cubicBezTo>
                  <a:pt x="68779" y="2777462"/>
                  <a:pt x="65552" y="2631030"/>
                  <a:pt x="28835" y="2491295"/>
                </a:cubicBezTo>
                <a:cubicBezTo>
                  <a:pt x="-4463" y="2359636"/>
                  <a:pt x="-11352" y="2227594"/>
                  <a:pt x="21053" y="2094786"/>
                </a:cubicBezTo>
                <a:cubicBezTo>
                  <a:pt x="51646" y="1971356"/>
                  <a:pt x="50153" y="1842146"/>
                  <a:pt x="16716" y="1719456"/>
                </a:cubicBezTo>
                <a:cubicBezTo>
                  <a:pt x="9316" y="1687689"/>
                  <a:pt x="4787" y="1655323"/>
                  <a:pt x="3192" y="1622752"/>
                </a:cubicBezTo>
                <a:cubicBezTo>
                  <a:pt x="-6887" y="1503851"/>
                  <a:pt x="10081" y="1386608"/>
                  <a:pt x="24242" y="1269110"/>
                </a:cubicBezTo>
                <a:cubicBezTo>
                  <a:pt x="33683" y="1194222"/>
                  <a:pt x="48099" y="1118569"/>
                  <a:pt x="24242" y="1044447"/>
                </a:cubicBezTo>
                <a:cubicBezTo>
                  <a:pt x="7899" y="992791"/>
                  <a:pt x="4264" y="937959"/>
                  <a:pt x="13654" y="884594"/>
                </a:cubicBezTo>
                <a:cubicBezTo>
                  <a:pt x="29486" y="789881"/>
                  <a:pt x="32790" y="693497"/>
                  <a:pt x="23477" y="597929"/>
                </a:cubicBezTo>
                <a:cubicBezTo>
                  <a:pt x="17328" y="534919"/>
                  <a:pt x="18272" y="471411"/>
                  <a:pt x="26284" y="408605"/>
                </a:cubicBezTo>
                <a:cubicBezTo>
                  <a:pt x="36872" y="324149"/>
                  <a:pt x="53330" y="238162"/>
                  <a:pt x="33300" y="153452"/>
                </a:cubicBezTo>
                <a:cubicBezTo>
                  <a:pt x="25327" y="119804"/>
                  <a:pt x="19745" y="86163"/>
                  <a:pt x="16058" y="52511"/>
                </a:cubicBezTo>
                <a:lnTo>
                  <a:pt x="13611" y="10473"/>
                </a:lnTo>
                <a:lnTo>
                  <a:pt x="222689" y="5194"/>
                </a:lnTo>
                <a:cubicBezTo>
                  <a:pt x="477949" y="4054"/>
                  <a:pt x="733156" y="16119"/>
                  <a:pt x="988364" y="17002"/>
                </a:cubicBezTo>
                <a:cubicBezTo>
                  <a:pt x="1097946" y="17394"/>
                  <a:pt x="1207148" y="12424"/>
                  <a:pt x="1316477" y="7977"/>
                </a:cubicBezTo>
                <a:cubicBezTo>
                  <a:pt x="1457478" y="2353"/>
                  <a:pt x="1598225" y="13470"/>
                  <a:pt x="1738973" y="11247"/>
                </a:cubicBezTo>
                <a:cubicBezTo>
                  <a:pt x="1972073" y="7585"/>
                  <a:pt x="2205047" y="18310"/>
                  <a:pt x="2438148" y="11247"/>
                </a:cubicBezTo>
                <a:cubicBezTo>
                  <a:pt x="2542410" y="7977"/>
                  <a:pt x="2646671" y="3007"/>
                  <a:pt x="2750933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E3DF8F2-18BB-45CB-8A9F-A6F8DED4CE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27598" y="0"/>
            <a:ext cx="3035794" cy="3597039"/>
          </a:xfrm>
          <a:custGeom>
            <a:avLst/>
            <a:gdLst>
              <a:gd name="connsiteX0" fmla="*/ 19840 w 3035794"/>
              <a:gd name="connsiteY0" fmla="*/ 0 h 3597039"/>
              <a:gd name="connsiteX1" fmla="*/ 3028263 w 3035794"/>
              <a:gd name="connsiteY1" fmla="*/ 0 h 3597039"/>
              <a:gd name="connsiteX2" fmla="*/ 3024697 w 3035794"/>
              <a:gd name="connsiteY2" fmla="*/ 140686 h 3597039"/>
              <a:gd name="connsiteX3" fmla="*/ 3035552 w 3035794"/>
              <a:gd name="connsiteY3" fmla="*/ 655695 h 3597039"/>
              <a:gd name="connsiteX4" fmla="*/ 3017206 w 3035794"/>
              <a:gd name="connsiteY4" fmla="*/ 941424 h 3597039"/>
              <a:gd name="connsiteX5" fmla="*/ 3027314 w 3035794"/>
              <a:gd name="connsiteY5" fmla="*/ 1375590 h 3597039"/>
              <a:gd name="connsiteX6" fmla="*/ 3035723 w 3035794"/>
              <a:gd name="connsiteY6" fmla="*/ 1661758 h 3597039"/>
              <a:gd name="connsiteX7" fmla="*/ 3035723 w 3035794"/>
              <a:gd name="connsiteY7" fmla="*/ 2108768 h 3597039"/>
              <a:gd name="connsiteX8" fmla="*/ 3024686 w 3035794"/>
              <a:gd name="connsiteY8" fmla="*/ 2232285 h 3597039"/>
              <a:gd name="connsiteX9" fmla="*/ 3025391 w 3035794"/>
              <a:gd name="connsiteY9" fmla="*/ 2548746 h 3597039"/>
              <a:gd name="connsiteX10" fmla="*/ 3024544 w 3035794"/>
              <a:gd name="connsiteY10" fmla="*/ 2932131 h 3597039"/>
              <a:gd name="connsiteX11" fmla="*/ 3029484 w 3035794"/>
              <a:gd name="connsiteY11" fmla="*/ 3206050 h 3597039"/>
              <a:gd name="connsiteX12" fmla="*/ 3029484 w 3035794"/>
              <a:gd name="connsiteY12" fmla="*/ 3492287 h 3597039"/>
              <a:gd name="connsiteX13" fmla="*/ 3026528 w 3035794"/>
              <a:gd name="connsiteY13" fmla="*/ 3584038 h 3597039"/>
              <a:gd name="connsiteX14" fmla="*/ 2536033 w 3035794"/>
              <a:gd name="connsiteY14" fmla="*/ 3578457 h 3597039"/>
              <a:gd name="connsiteX15" fmla="*/ 2062105 w 3035794"/>
              <a:gd name="connsiteY15" fmla="*/ 3578457 h 3597039"/>
              <a:gd name="connsiteX16" fmla="*/ 1545736 w 3035794"/>
              <a:gd name="connsiteY16" fmla="*/ 3591536 h 3597039"/>
              <a:gd name="connsiteX17" fmla="*/ 1047737 w 3035794"/>
              <a:gd name="connsiteY17" fmla="*/ 3582381 h 3597039"/>
              <a:gd name="connsiteX18" fmla="*/ 522627 w 3035794"/>
              <a:gd name="connsiteY18" fmla="*/ 3586174 h 3597039"/>
              <a:gd name="connsiteX19" fmla="*/ 179310 w 3035794"/>
              <a:gd name="connsiteY19" fmla="*/ 3582119 h 3597039"/>
              <a:gd name="connsiteX20" fmla="*/ 12768 w 3035794"/>
              <a:gd name="connsiteY20" fmla="*/ 3583434 h 3597039"/>
              <a:gd name="connsiteX21" fmla="*/ 14927 w 3035794"/>
              <a:gd name="connsiteY21" fmla="*/ 3541208 h 3597039"/>
              <a:gd name="connsiteX22" fmla="*/ 15947 w 3035794"/>
              <a:gd name="connsiteY22" fmla="*/ 3236172 h 3597039"/>
              <a:gd name="connsiteX23" fmla="*/ 15947 w 3035794"/>
              <a:gd name="connsiteY23" fmla="*/ 3093031 h 3597039"/>
              <a:gd name="connsiteX24" fmla="*/ 22581 w 3035794"/>
              <a:gd name="connsiteY24" fmla="*/ 2901666 h 3597039"/>
              <a:gd name="connsiteX25" fmla="*/ 9823 w 3035794"/>
              <a:gd name="connsiteY25" fmla="*/ 2816955 h 3597039"/>
              <a:gd name="connsiteX26" fmla="*/ 16074 w 3035794"/>
              <a:gd name="connsiteY26" fmla="*/ 2600075 h 3597039"/>
              <a:gd name="connsiteX27" fmla="*/ 22836 w 3035794"/>
              <a:gd name="connsiteY27" fmla="*/ 2349514 h 3597039"/>
              <a:gd name="connsiteX28" fmla="*/ 23857 w 3035794"/>
              <a:gd name="connsiteY28" fmla="*/ 2147560 h 3597039"/>
              <a:gd name="connsiteX29" fmla="*/ 26663 w 3035794"/>
              <a:gd name="connsiteY29" fmla="*/ 1765978 h 3597039"/>
              <a:gd name="connsiteX30" fmla="*/ 24367 w 3035794"/>
              <a:gd name="connsiteY30" fmla="*/ 1543612 h 3597039"/>
              <a:gd name="connsiteX31" fmla="*/ 24367 w 3035794"/>
              <a:gd name="connsiteY31" fmla="*/ 1033305 h 3597039"/>
              <a:gd name="connsiteX32" fmla="*/ 25133 w 3035794"/>
              <a:gd name="connsiteY32" fmla="*/ 759271 h 3597039"/>
              <a:gd name="connsiteX33" fmla="*/ 14289 w 3035794"/>
              <a:gd name="connsiteY33" fmla="*/ 353321 h 3597039"/>
              <a:gd name="connsiteX34" fmla="*/ 22581 w 3035794"/>
              <a:gd name="connsiteY34" fmla="*/ 20346 h 3597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035794" h="3597039">
                <a:moveTo>
                  <a:pt x="19840" y="0"/>
                </a:moveTo>
                <a:lnTo>
                  <a:pt x="3028263" y="0"/>
                </a:lnTo>
                <a:lnTo>
                  <a:pt x="3024697" y="140686"/>
                </a:lnTo>
                <a:cubicBezTo>
                  <a:pt x="3025259" y="312749"/>
                  <a:pt x="3037669" y="484544"/>
                  <a:pt x="3035552" y="655695"/>
                </a:cubicBezTo>
                <a:cubicBezTo>
                  <a:pt x="3034423" y="750938"/>
                  <a:pt x="3013255" y="845927"/>
                  <a:pt x="3017206" y="941424"/>
                </a:cubicBezTo>
                <a:cubicBezTo>
                  <a:pt x="3022992" y="1086130"/>
                  <a:pt x="3024933" y="1230868"/>
                  <a:pt x="3027314" y="1375590"/>
                </a:cubicBezTo>
                <a:lnTo>
                  <a:pt x="3035723" y="1661758"/>
                </a:lnTo>
                <a:lnTo>
                  <a:pt x="3035723" y="2108768"/>
                </a:lnTo>
                <a:lnTo>
                  <a:pt x="3024686" y="2232285"/>
                </a:lnTo>
                <a:cubicBezTo>
                  <a:pt x="3008033" y="2337306"/>
                  <a:pt x="3018335" y="2443217"/>
                  <a:pt x="3025391" y="2548746"/>
                </a:cubicBezTo>
                <a:cubicBezTo>
                  <a:pt x="3034000" y="2676499"/>
                  <a:pt x="3038657" y="2804125"/>
                  <a:pt x="3024544" y="2932131"/>
                </a:cubicBezTo>
                <a:cubicBezTo>
                  <a:pt x="3014384" y="3023183"/>
                  <a:pt x="3023839" y="3114743"/>
                  <a:pt x="3029484" y="3206050"/>
                </a:cubicBezTo>
                <a:cubicBezTo>
                  <a:pt x="3036822" y="3301343"/>
                  <a:pt x="3036822" y="3396994"/>
                  <a:pt x="3029484" y="3492287"/>
                </a:cubicBezTo>
                <a:lnTo>
                  <a:pt x="3026528" y="3584038"/>
                </a:lnTo>
                <a:lnTo>
                  <a:pt x="2536033" y="3578457"/>
                </a:lnTo>
                <a:cubicBezTo>
                  <a:pt x="2378057" y="3583558"/>
                  <a:pt x="2220080" y="3585390"/>
                  <a:pt x="2062105" y="3578457"/>
                </a:cubicBezTo>
                <a:cubicBezTo>
                  <a:pt x="1889685" y="3570479"/>
                  <a:pt x="1717648" y="3579504"/>
                  <a:pt x="1545736" y="3591536"/>
                </a:cubicBezTo>
                <a:cubicBezTo>
                  <a:pt x="1379525" y="3603177"/>
                  <a:pt x="1213695" y="3594544"/>
                  <a:pt x="1047737" y="3582381"/>
                </a:cubicBezTo>
                <a:cubicBezTo>
                  <a:pt x="872873" y="3569328"/>
                  <a:pt x="697288" y="3570585"/>
                  <a:pt x="522627" y="3586174"/>
                </a:cubicBezTo>
                <a:cubicBezTo>
                  <a:pt x="408103" y="3596376"/>
                  <a:pt x="293327" y="3581074"/>
                  <a:pt x="179310" y="3582119"/>
                </a:cubicBezTo>
                <a:lnTo>
                  <a:pt x="12768" y="3583434"/>
                </a:lnTo>
                <a:lnTo>
                  <a:pt x="14927" y="3541208"/>
                </a:lnTo>
                <a:cubicBezTo>
                  <a:pt x="24495" y="3440295"/>
                  <a:pt x="35084" y="3338234"/>
                  <a:pt x="15947" y="3236172"/>
                </a:cubicBezTo>
                <a:cubicBezTo>
                  <a:pt x="7719" y="3188816"/>
                  <a:pt x="7719" y="3140388"/>
                  <a:pt x="15947" y="3093031"/>
                </a:cubicBezTo>
                <a:cubicBezTo>
                  <a:pt x="25898" y="3029243"/>
                  <a:pt x="35339" y="2966092"/>
                  <a:pt x="22581" y="2901666"/>
                </a:cubicBezTo>
                <a:cubicBezTo>
                  <a:pt x="16968" y="2873599"/>
                  <a:pt x="12758" y="2845277"/>
                  <a:pt x="9823" y="2816955"/>
                </a:cubicBezTo>
                <a:cubicBezTo>
                  <a:pt x="3980" y="2744645"/>
                  <a:pt x="6072" y="2671926"/>
                  <a:pt x="16074" y="2600075"/>
                </a:cubicBezTo>
                <a:cubicBezTo>
                  <a:pt x="25643" y="2516640"/>
                  <a:pt x="10079" y="2432694"/>
                  <a:pt x="22836" y="2349514"/>
                </a:cubicBezTo>
                <a:cubicBezTo>
                  <a:pt x="31895" y="2282524"/>
                  <a:pt x="32239" y="2214640"/>
                  <a:pt x="23857" y="2147560"/>
                </a:cubicBezTo>
                <a:cubicBezTo>
                  <a:pt x="8778" y="2020749"/>
                  <a:pt x="9721" y="1892547"/>
                  <a:pt x="26663" y="1765978"/>
                </a:cubicBezTo>
                <a:cubicBezTo>
                  <a:pt x="37125" y="1692111"/>
                  <a:pt x="43121" y="1616076"/>
                  <a:pt x="24367" y="1543612"/>
                </a:cubicBezTo>
                <a:cubicBezTo>
                  <a:pt x="-19775" y="1373297"/>
                  <a:pt x="5996" y="1202727"/>
                  <a:pt x="24367" y="1033305"/>
                </a:cubicBezTo>
                <a:cubicBezTo>
                  <a:pt x="35530" y="942318"/>
                  <a:pt x="35786" y="850322"/>
                  <a:pt x="25133" y="759271"/>
                </a:cubicBezTo>
                <a:cubicBezTo>
                  <a:pt x="6226" y="624792"/>
                  <a:pt x="2577" y="488614"/>
                  <a:pt x="14289" y="353321"/>
                </a:cubicBezTo>
                <a:cubicBezTo>
                  <a:pt x="24877" y="242712"/>
                  <a:pt x="35339" y="131848"/>
                  <a:pt x="22581" y="20346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6" y="429768"/>
            <a:ext cx="3922776" cy="1645920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706624"/>
            <a:ext cx="3931920" cy="338328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3D56BB16-3103-4F61-889C-DDC4E4A678C2}"/>
              </a:ext>
            </a:extLst>
          </p:cNvPr>
          <p:cNvSpPr/>
          <p:nvPr userDrawn="1"/>
        </p:nvSpPr>
        <p:spPr>
          <a:xfrm>
            <a:off x="629328" y="2423160"/>
            <a:ext cx="3877056" cy="27432"/>
          </a:xfrm>
          <a:custGeom>
            <a:avLst/>
            <a:gdLst>
              <a:gd name="connsiteX0" fmla="*/ 0 w 3877056"/>
              <a:gd name="connsiteY0" fmla="*/ 0 h 27432"/>
              <a:gd name="connsiteX1" fmla="*/ 723717 w 3877056"/>
              <a:gd name="connsiteY1" fmla="*/ 0 h 27432"/>
              <a:gd name="connsiteX2" fmla="*/ 1408664 w 3877056"/>
              <a:gd name="connsiteY2" fmla="*/ 0 h 27432"/>
              <a:gd name="connsiteX3" fmla="*/ 2093610 w 3877056"/>
              <a:gd name="connsiteY3" fmla="*/ 0 h 27432"/>
              <a:gd name="connsiteX4" fmla="*/ 2623475 w 3877056"/>
              <a:gd name="connsiteY4" fmla="*/ 0 h 27432"/>
              <a:gd name="connsiteX5" fmla="*/ 3192109 w 3877056"/>
              <a:gd name="connsiteY5" fmla="*/ 0 h 27432"/>
              <a:gd name="connsiteX6" fmla="*/ 3877056 w 3877056"/>
              <a:gd name="connsiteY6" fmla="*/ 0 h 27432"/>
              <a:gd name="connsiteX7" fmla="*/ 3877056 w 3877056"/>
              <a:gd name="connsiteY7" fmla="*/ 27432 h 27432"/>
              <a:gd name="connsiteX8" fmla="*/ 3230880 w 3877056"/>
              <a:gd name="connsiteY8" fmla="*/ 27432 h 27432"/>
              <a:gd name="connsiteX9" fmla="*/ 2701016 w 3877056"/>
              <a:gd name="connsiteY9" fmla="*/ 27432 h 27432"/>
              <a:gd name="connsiteX10" fmla="*/ 2171151 w 3877056"/>
              <a:gd name="connsiteY10" fmla="*/ 27432 h 27432"/>
              <a:gd name="connsiteX11" fmla="*/ 1486205 w 3877056"/>
              <a:gd name="connsiteY11" fmla="*/ 27432 h 27432"/>
              <a:gd name="connsiteX12" fmla="*/ 917570 w 3877056"/>
              <a:gd name="connsiteY12" fmla="*/ 27432 h 27432"/>
              <a:gd name="connsiteX13" fmla="*/ 0 w 3877056"/>
              <a:gd name="connsiteY13" fmla="*/ 27432 h 27432"/>
              <a:gd name="connsiteX14" fmla="*/ 0 w 3877056"/>
              <a:gd name="connsiteY14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77056" h="27432" fill="none" extrusionOk="0">
                <a:moveTo>
                  <a:pt x="0" y="0"/>
                </a:moveTo>
                <a:cubicBezTo>
                  <a:pt x="212376" y="-32836"/>
                  <a:pt x="570944" y="24926"/>
                  <a:pt x="723717" y="0"/>
                </a:cubicBezTo>
                <a:cubicBezTo>
                  <a:pt x="876490" y="-24926"/>
                  <a:pt x="1149502" y="-13047"/>
                  <a:pt x="1408664" y="0"/>
                </a:cubicBezTo>
                <a:cubicBezTo>
                  <a:pt x="1667826" y="13047"/>
                  <a:pt x="1931449" y="-10086"/>
                  <a:pt x="2093610" y="0"/>
                </a:cubicBezTo>
                <a:cubicBezTo>
                  <a:pt x="2255771" y="10086"/>
                  <a:pt x="2364217" y="17704"/>
                  <a:pt x="2623475" y="0"/>
                </a:cubicBezTo>
                <a:cubicBezTo>
                  <a:pt x="2882734" y="-17704"/>
                  <a:pt x="3039913" y="-18191"/>
                  <a:pt x="3192109" y="0"/>
                </a:cubicBezTo>
                <a:cubicBezTo>
                  <a:pt x="3344305" y="18191"/>
                  <a:pt x="3704655" y="9863"/>
                  <a:pt x="3877056" y="0"/>
                </a:cubicBezTo>
                <a:cubicBezTo>
                  <a:pt x="3876099" y="8431"/>
                  <a:pt x="3876707" y="14612"/>
                  <a:pt x="3877056" y="27432"/>
                </a:cubicBezTo>
                <a:cubicBezTo>
                  <a:pt x="3653020" y="26009"/>
                  <a:pt x="3480940" y="44647"/>
                  <a:pt x="3230880" y="27432"/>
                </a:cubicBezTo>
                <a:cubicBezTo>
                  <a:pt x="2980820" y="10217"/>
                  <a:pt x="2872670" y="48866"/>
                  <a:pt x="2701016" y="27432"/>
                </a:cubicBezTo>
                <a:cubicBezTo>
                  <a:pt x="2529362" y="5998"/>
                  <a:pt x="2364157" y="35954"/>
                  <a:pt x="2171151" y="27432"/>
                </a:cubicBezTo>
                <a:cubicBezTo>
                  <a:pt x="1978146" y="18910"/>
                  <a:pt x="1773461" y="38798"/>
                  <a:pt x="1486205" y="27432"/>
                </a:cubicBezTo>
                <a:cubicBezTo>
                  <a:pt x="1198949" y="16066"/>
                  <a:pt x="1139376" y="-574"/>
                  <a:pt x="917570" y="27432"/>
                </a:cubicBezTo>
                <a:cubicBezTo>
                  <a:pt x="695765" y="55438"/>
                  <a:pt x="293344" y="-5450"/>
                  <a:pt x="0" y="27432"/>
                </a:cubicBezTo>
                <a:cubicBezTo>
                  <a:pt x="226" y="18208"/>
                  <a:pt x="-648" y="12891"/>
                  <a:pt x="0" y="0"/>
                </a:cubicBezTo>
                <a:close/>
              </a:path>
              <a:path w="3877056" h="27432" stroke="0" extrusionOk="0">
                <a:moveTo>
                  <a:pt x="0" y="0"/>
                </a:moveTo>
                <a:cubicBezTo>
                  <a:pt x="192669" y="-10137"/>
                  <a:pt x="331692" y="-29256"/>
                  <a:pt x="607405" y="0"/>
                </a:cubicBezTo>
                <a:cubicBezTo>
                  <a:pt x="883118" y="29256"/>
                  <a:pt x="907253" y="-6037"/>
                  <a:pt x="1137270" y="0"/>
                </a:cubicBezTo>
                <a:cubicBezTo>
                  <a:pt x="1367288" y="6037"/>
                  <a:pt x="1546023" y="-32212"/>
                  <a:pt x="1860987" y="0"/>
                </a:cubicBezTo>
                <a:cubicBezTo>
                  <a:pt x="2175951" y="32212"/>
                  <a:pt x="2298836" y="29855"/>
                  <a:pt x="2468392" y="0"/>
                </a:cubicBezTo>
                <a:cubicBezTo>
                  <a:pt x="2637949" y="-29855"/>
                  <a:pt x="2790821" y="13504"/>
                  <a:pt x="3075798" y="0"/>
                </a:cubicBezTo>
                <a:cubicBezTo>
                  <a:pt x="3360775" y="-13504"/>
                  <a:pt x="3584812" y="38899"/>
                  <a:pt x="3877056" y="0"/>
                </a:cubicBezTo>
                <a:cubicBezTo>
                  <a:pt x="3875701" y="9524"/>
                  <a:pt x="3875854" y="13975"/>
                  <a:pt x="3877056" y="27432"/>
                </a:cubicBezTo>
                <a:cubicBezTo>
                  <a:pt x="3651600" y="-703"/>
                  <a:pt x="3532844" y="44229"/>
                  <a:pt x="3230880" y="27432"/>
                </a:cubicBezTo>
                <a:cubicBezTo>
                  <a:pt x="2928916" y="10635"/>
                  <a:pt x="2860399" y="20237"/>
                  <a:pt x="2701016" y="27432"/>
                </a:cubicBezTo>
                <a:cubicBezTo>
                  <a:pt x="2541633" y="34627"/>
                  <a:pt x="2238516" y="40277"/>
                  <a:pt x="2054840" y="27432"/>
                </a:cubicBezTo>
                <a:cubicBezTo>
                  <a:pt x="1871164" y="14587"/>
                  <a:pt x="1583795" y="3252"/>
                  <a:pt x="1408664" y="27432"/>
                </a:cubicBezTo>
                <a:cubicBezTo>
                  <a:pt x="1233533" y="51612"/>
                  <a:pt x="956608" y="20984"/>
                  <a:pt x="801258" y="27432"/>
                </a:cubicBezTo>
                <a:cubicBezTo>
                  <a:pt x="645908" y="33880"/>
                  <a:pt x="165566" y="12646"/>
                  <a:pt x="0" y="27432"/>
                </a:cubicBezTo>
                <a:cubicBezTo>
                  <a:pt x="-800" y="16780"/>
                  <a:pt x="-583" y="1291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936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 descr="Tag=AccentColor&#10;Flavor=Light&#10;Target=Fill">
            <a:extLst>
              <a:ext uri="{FF2B5EF4-FFF2-40B4-BE49-F238E27FC236}">
                <a16:creationId xmlns:a16="http://schemas.microsoft.com/office/drawing/2014/main" id="{6E9FA88B-AFEE-4852-B85E-7E7C8AF78BFF}"/>
              </a:ext>
            </a:extLst>
          </p:cNvPr>
          <p:cNvSpPr/>
          <p:nvPr userDrawn="1"/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02336"/>
            <a:ext cx="10515600" cy="1344168"/>
          </a:xfrm>
        </p:spPr>
        <p:txBody>
          <a:bodyPr/>
          <a:lstStyle>
            <a:lvl1pPr algn="ctr"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308AE94-7094-4D70-9812-D22ECD79C7D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70635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B505429-1B51-4AA8-8307-05F6447493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2871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3F3360D-2801-410A-A4E5-7AE529A3E3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5107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3" name="Text Placeholder 32">
            <a:extLst>
              <a:ext uri="{FF2B5EF4-FFF2-40B4-BE49-F238E27FC236}">
                <a16:creationId xmlns:a16="http://schemas.microsoft.com/office/drawing/2014/main" id="{B745A5D6-A4E0-4308-9600-DE5E195729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216" y="4315968"/>
            <a:ext cx="3063240" cy="54864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4" name="Text Placeholder 32">
            <a:extLst>
              <a:ext uri="{FF2B5EF4-FFF2-40B4-BE49-F238E27FC236}">
                <a16:creationId xmlns:a16="http://schemas.microsoft.com/office/drawing/2014/main" id="{C3466BB8-D955-4280-BA4D-66F3DC0341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6285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5" name="Text Placeholder 32">
            <a:extLst>
              <a:ext uri="{FF2B5EF4-FFF2-40B4-BE49-F238E27FC236}">
                <a16:creationId xmlns:a16="http://schemas.microsoft.com/office/drawing/2014/main" id="{F829B8DE-3184-4E0A-AAD4-8F27B55DA9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4049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Website</a:t>
            </a:r>
          </a:p>
        </p:txBody>
      </p:sp>
    </p:spTree>
    <p:extLst>
      <p:ext uri="{BB962C8B-B14F-4D97-AF65-F5344CB8AC3E}">
        <p14:creationId xmlns:p14="http://schemas.microsoft.com/office/powerpoint/2010/main" val="24803387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C3464-F026-4C77-9441-55ECA5054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D9257-BADE-4D0B-AF0B-D09FE95F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41860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C48E-F751-45A2-9010-208B81ED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501F6-8430-4758-8636-74D68E990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3520" y="548640"/>
            <a:ext cx="6053328" cy="5431536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9DC39-A29C-494C-98B6-999746C5F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2237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BC39C3-81EB-4828-9AD3-2F1FAC521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9376C-9810-49A5-BC9A-4E6A02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B9F96F3A-E64D-4401-B02C-BCD5CAA97CFF}"/>
              </a:ext>
            </a:extLst>
          </p:cNvPr>
          <p:cNvSpPr/>
          <p:nvPr/>
        </p:nvSpPr>
        <p:spPr>
          <a:xfrm rot="5400000">
            <a:off x="2797492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142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704-80BD-41B0-8395-41618EC3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1920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A4032-EC66-4974-BD30-898B60E4B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3520" y="548640"/>
            <a:ext cx="6053328" cy="543153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802D0-5574-4631-BA49-92362F8E4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1920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A8D36-8865-48E7-8249-ED729A5F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98C3-0B62-4361-8408-A01F7080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FE511AB6-FEAF-4549-BA88-0764BD10B63D}"/>
              </a:ext>
            </a:extLst>
          </p:cNvPr>
          <p:cNvSpPr/>
          <p:nvPr/>
        </p:nvSpPr>
        <p:spPr>
          <a:xfrm rot="5400000">
            <a:off x="2798064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312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D13B-FFCB-4650-AD3C-CB503735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A9470-DF15-46A1-BF0E-8A5367A4B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047CB-E94D-482F-BACA-681E96C0E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DA4B5-E797-42FC-8B7A-2294DF24A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solidFill>
                  <a:schemeClr val="tx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ED201-6D0E-422C-B4EC-566A3DC29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652652-7F16-594D-3FF8-DA3C1A30C52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933250" y="6672580"/>
            <a:ext cx="347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ro-RO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895883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44" r:id="rId5"/>
    <p:sldLayoutId id="2147483751" r:id="rId6"/>
    <p:sldLayoutId id="2147483752" r:id="rId7"/>
    <p:sldLayoutId id="2147483753" r:id="rId8"/>
    <p:sldLayoutId id="2147483724" r:id="rId9"/>
    <p:sldLayoutId id="2147483737" r:id="rId10"/>
    <p:sldLayoutId id="2147483755" r:id="rId11"/>
    <p:sldLayoutId id="2147483754" r:id="rId12"/>
    <p:sldLayoutId id="2147483756" r:id="rId13"/>
    <p:sldLayoutId id="2147483739" r:id="rId14"/>
    <p:sldLayoutId id="2147483740" r:id="rId15"/>
    <p:sldLayoutId id="2147483741" r:id="rId1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7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sv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.pn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ED8E54F9-849C-4865-8C5E-FD967B81D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91AE6B3-1D2D-4C67-A4DB-888635B52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31B3DD-35BD-42F7-9AD7-7F3402B26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3853" y="1499257"/>
            <a:ext cx="10996245" cy="1773442"/>
          </a:xfrm>
        </p:spPr>
        <p:txBody>
          <a:bodyPr>
            <a:noAutofit/>
          </a:bodyPr>
          <a:lstStyle/>
          <a:p>
            <a:r>
              <a:rPr lang="ro-RO" sz="4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Protocol de autentificare OAuth cu Schnorr ZKP: Securitate fără partajare de secrete</a:t>
            </a:r>
            <a:endParaRPr lang="en-US" sz="44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5A2D86-784C-417D-9AD4-AF18311FBC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400" y="3854887"/>
            <a:ext cx="9144000" cy="1626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Autor: Matei </a:t>
            </a:r>
            <a:r>
              <a:rPr lang="en-US" sz="3400" dirty="0" err="1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Rar</a:t>
            </a:r>
            <a:r>
              <a:rPr lang="ro-RO" sz="3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eș</a:t>
            </a:r>
            <a:endParaRPr lang="en-US" sz="3400" dirty="0">
              <a:solidFill>
                <a:schemeClr val="tx1"/>
              </a:solidFill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r>
              <a:rPr lang="en-US" sz="30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 </a:t>
            </a:r>
            <a:r>
              <a:rPr lang="en-US" sz="3000" dirty="0" err="1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Coordonator</a:t>
            </a:r>
            <a:r>
              <a:rPr lang="en-US" sz="30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: </a:t>
            </a:r>
            <a:r>
              <a:rPr lang="ro-RO" sz="30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Ș</a:t>
            </a:r>
            <a:r>
              <a:rPr lang="en-US" sz="30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.l.dr.inf. </a:t>
            </a:r>
            <a:r>
              <a:rPr lang="ro-RO" sz="30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Silviu-Dumitru Pavăl</a:t>
            </a:r>
            <a:endParaRPr lang="en-US" sz="30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FD86A2-82CE-48F4-B78A-8B9CA7BA2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3542284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38100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F7962E0-01F2-14CC-F2FC-B38CCB9DDAA7}"/>
              </a:ext>
            </a:extLst>
          </p:cNvPr>
          <p:cNvSpPr txBox="1">
            <a:spLocks/>
          </p:cNvSpPr>
          <p:nvPr/>
        </p:nvSpPr>
        <p:spPr>
          <a:xfrm>
            <a:off x="101600" y="96861"/>
            <a:ext cx="12000753" cy="1445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UNIVERSITATEA TEHNIC</a:t>
            </a:r>
            <a:r>
              <a:rPr lang="ro-RO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r>
              <a:rPr lang="en-US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"GHEORGHE ASACHI" </a:t>
            </a:r>
            <a:r>
              <a:rPr lang="ro-RO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DIN</a:t>
            </a:r>
            <a:r>
              <a:rPr lang="en-US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IA</a:t>
            </a:r>
            <a:r>
              <a:rPr lang="ro-RO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Ș</a:t>
            </a:r>
            <a:r>
              <a:rPr lang="en-US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</a:p>
          <a:p>
            <a:pPr algn="l"/>
            <a:r>
              <a:rPr lang="en-US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FACULTATEA DE AUTOMATIC</a:t>
            </a:r>
            <a:r>
              <a:rPr lang="ro-RO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r>
              <a:rPr lang="en-US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o-RO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Ș</a:t>
            </a:r>
            <a:r>
              <a:rPr lang="en-US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 CALCULATOARE</a:t>
            </a:r>
          </a:p>
          <a:p>
            <a:pPr algn="l"/>
            <a:r>
              <a:rPr lang="ro-RO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MASTER</a:t>
            </a:r>
            <a:r>
              <a:rPr lang="en-US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SECURITATEA SPA</a:t>
            </a:r>
            <a:r>
              <a:rPr lang="ro-RO" sz="2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ȚIULUI CIBERNETIC</a:t>
            </a:r>
            <a:endParaRPr lang="en-US" sz="20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900F76-CD7C-E1FB-AB7C-A99781E180B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65773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3DAA0EF-336D-4CDC-A9A2-8460363E2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D079A19-B31E-4129-A464-7547FF05A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90556" cy="6858000"/>
          </a:xfrm>
          <a:custGeom>
            <a:avLst/>
            <a:gdLst>
              <a:gd name="connsiteX0" fmla="*/ 0 w 4090556"/>
              <a:gd name="connsiteY0" fmla="*/ 0 h 6858000"/>
              <a:gd name="connsiteX1" fmla="*/ 4077555 w 4090556"/>
              <a:gd name="connsiteY1" fmla="*/ 0 h 6858000"/>
              <a:gd name="connsiteX2" fmla="*/ 4077574 w 4090556"/>
              <a:gd name="connsiteY2" fmla="*/ 720 h 6858000"/>
              <a:gd name="connsiteX3" fmla="*/ 4075790 w 4090556"/>
              <a:gd name="connsiteY3" fmla="*/ 575485 h 6858000"/>
              <a:gd name="connsiteX4" fmla="*/ 4076555 w 4090556"/>
              <a:gd name="connsiteY4" fmla="*/ 932245 h 6858000"/>
              <a:gd name="connsiteX5" fmla="*/ 4076555 w 4090556"/>
              <a:gd name="connsiteY5" fmla="*/ 1286711 h 6858000"/>
              <a:gd name="connsiteX6" fmla="*/ 4082288 w 4090556"/>
              <a:gd name="connsiteY6" fmla="*/ 1595180 h 6858000"/>
              <a:gd name="connsiteX7" fmla="*/ 4078211 w 4090556"/>
              <a:gd name="connsiteY7" fmla="*/ 2133123 h 6858000"/>
              <a:gd name="connsiteX8" fmla="*/ 4071968 w 4090556"/>
              <a:gd name="connsiteY8" fmla="*/ 2946025 h 6858000"/>
              <a:gd name="connsiteX9" fmla="*/ 4068401 w 4090556"/>
              <a:gd name="connsiteY9" fmla="*/ 3502061 h 6858000"/>
              <a:gd name="connsiteX10" fmla="*/ 4087513 w 4090556"/>
              <a:gd name="connsiteY10" fmla="*/ 4076061 h 6858000"/>
              <a:gd name="connsiteX11" fmla="*/ 4076938 w 4090556"/>
              <a:gd name="connsiteY11" fmla="*/ 4442632 h 6858000"/>
              <a:gd name="connsiteX12" fmla="*/ 4071459 w 4090556"/>
              <a:gd name="connsiteY12" fmla="*/ 4827550 h 6858000"/>
              <a:gd name="connsiteX13" fmla="*/ 4071459 w 4090556"/>
              <a:gd name="connsiteY13" fmla="*/ 5019945 h 6858000"/>
              <a:gd name="connsiteX14" fmla="*/ 4084200 w 4090556"/>
              <a:gd name="connsiteY14" fmla="*/ 5490104 h 6858000"/>
              <a:gd name="connsiteX15" fmla="*/ 4077446 w 4090556"/>
              <a:gd name="connsiteY15" fmla="*/ 5844569 h 6858000"/>
              <a:gd name="connsiteX16" fmla="*/ 4082544 w 4090556"/>
              <a:gd name="connsiteY16" fmla="*/ 6260195 h 6858000"/>
              <a:gd name="connsiteX17" fmla="*/ 4086110 w 4090556"/>
              <a:gd name="connsiteY17" fmla="*/ 6706145 h 6858000"/>
              <a:gd name="connsiteX18" fmla="*/ 4086135 w 4090556"/>
              <a:gd name="connsiteY18" fmla="*/ 6794562 h 6858000"/>
              <a:gd name="connsiteX19" fmla="*/ 4080334 w 4090556"/>
              <a:gd name="connsiteY19" fmla="*/ 6858000 h 6858000"/>
              <a:gd name="connsiteX20" fmla="*/ 0 w 4090556"/>
              <a:gd name="connsiteY2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090556" h="6858000">
                <a:moveTo>
                  <a:pt x="0" y="0"/>
                </a:moveTo>
                <a:lnTo>
                  <a:pt x="4077555" y="0"/>
                </a:lnTo>
                <a:lnTo>
                  <a:pt x="4077574" y="720"/>
                </a:lnTo>
                <a:cubicBezTo>
                  <a:pt x="4079358" y="192351"/>
                  <a:pt x="4064960" y="384364"/>
                  <a:pt x="4075790" y="575485"/>
                </a:cubicBezTo>
                <a:cubicBezTo>
                  <a:pt x="4082544" y="694108"/>
                  <a:pt x="4081269" y="814132"/>
                  <a:pt x="4076555" y="932245"/>
                </a:cubicBezTo>
                <a:cubicBezTo>
                  <a:pt x="4071840" y="1050357"/>
                  <a:pt x="4065470" y="1168597"/>
                  <a:pt x="4076555" y="1286711"/>
                </a:cubicBezTo>
                <a:cubicBezTo>
                  <a:pt x="4084710" y="1389317"/>
                  <a:pt x="4086621" y="1492332"/>
                  <a:pt x="4082288" y="1595180"/>
                </a:cubicBezTo>
                <a:cubicBezTo>
                  <a:pt x="4077319" y="1774452"/>
                  <a:pt x="4067637" y="1953851"/>
                  <a:pt x="4078211" y="2133123"/>
                </a:cubicBezTo>
                <a:cubicBezTo>
                  <a:pt x="4094393" y="2404260"/>
                  <a:pt x="4084710" y="2675143"/>
                  <a:pt x="4071968" y="2946025"/>
                </a:cubicBezTo>
                <a:cubicBezTo>
                  <a:pt x="4063049" y="3131413"/>
                  <a:pt x="4055659" y="3316673"/>
                  <a:pt x="4068401" y="3502061"/>
                </a:cubicBezTo>
                <a:cubicBezTo>
                  <a:pt x="4081396" y="3693182"/>
                  <a:pt x="4097323" y="3884176"/>
                  <a:pt x="4087513" y="4076061"/>
                </a:cubicBezTo>
                <a:cubicBezTo>
                  <a:pt x="4081142" y="4198251"/>
                  <a:pt x="4069037" y="4320315"/>
                  <a:pt x="4076938" y="4442632"/>
                </a:cubicBezTo>
                <a:cubicBezTo>
                  <a:pt x="4083270" y="4570925"/>
                  <a:pt x="4081435" y="4699486"/>
                  <a:pt x="4071459" y="4827550"/>
                </a:cubicBezTo>
                <a:cubicBezTo>
                  <a:pt x="4065725" y="4891550"/>
                  <a:pt x="4065725" y="4955945"/>
                  <a:pt x="4071459" y="5019945"/>
                </a:cubicBezTo>
                <a:cubicBezTo>
                  <a:pt x="4087742" y="5176105"/>
                  <a:pt x="4091997" y="5333296"/>
                  <a:pt x="4084200" y="5490104"/>
                </a:cubicBezTo>
                <a:cubicBezTo>
                  <a:pt x="4079740" y="5608217"/>
                  <a:pt x="4071968" y="5726202"/>
                  <a:pt x="4077446" y="5844569"/>
                </a:cubicBezTo>
                <a:cubicBezTo>
                  <a:pt x="4083944" y="5983069"/>
                  <a:pt x="4088914" y="6121696"/>
                  <a:pt x="4082544" y="6260195"/>
                </a:cubicBezTo>
                <a:cubicBezTo>
                  <a:pt x="4075841" y="6408803"/>
                  <a:pt x="4077026" y="6557662"/>
                  <a:pt x="4086110" y="6706145"/>
                </a:cubicBezTo>
                <a:cubicBezTo>
                  <a:pt x="4087467" y="6735616"/>
                  <a:pt x="4087474" y="6765120"/>
                  <a:pt x="4086135" y="6794562"/>
                </a:cubicBezTo>
                <a:lnTo>
                  <a:pt x="4080334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64A1D1-DD07-4DD2-A527-4B1F52D6A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189" y="637426"/>
            <a:ext cx="3224334" cy="5583148"/>
          </a:xfrm>
        </p:spPr>
        <p:txBody>
          <a:bodyPr anchor="ctr">
            <a:normAutofit/>
          </a:bodyPr>
          <a:lstStyle/>
          <a:p>
            <a:pPr algn="ctr"/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CUPRINS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86622B23-9721-51A9-FC31-71F24C920F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7145194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D3E9C2-C04C-0F2D-692E-1AD315519A60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2/1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42842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FE0BD06-8C44-4B53-4427-3B713EC40DB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750955" y="273559"/>
            <a:ext cx="5186635" cy="1156063"/>
          </a:xfrm>
        </p:spPr>
        <p:txBody>
          <a:bodyPr>
            <a:normAutofit/>
          </a:bodyPr>
          <a:lstStyle/>
          <a:p>
            <a:pPr algn="ctr"/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INTRODUCERE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9729FF-5975-FD7C-789A-1AEE76333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272" y="1131829"/>
            <a:ext cx="5804747" cy="4534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62ECF6-A819-3E9E-1093-2F6C2AAE4784}"/>
              </a:ext>
            </a:extLst>
          </p:cNvPr>
          <p:cNvSpPr txBox="1"/>
          <p:nvPr/>
        </p:nvSpPr>
        <p:spPr>
          <a:xfrm>
            <a:off x="4157282" y="1585325"/>
            <a:ext cx="7376674" cy="526297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ro-RO" sz="2400" dirty="0">
                <a:latin typeface="Segoe UI" panose="020B0502040204020203" pitchFamily="34" charset="0"/>
                <a:cs typeface="Segoe UI" panose="020B0502040204020203" pitchFamily="34" charset="0"/>
              </a:rPr>
              <a:t>Autentificarea </a:t>
            </a:r>
            <a:r>
              <a:rPr lang="en-US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Oauth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clasica</a:t>
            </a:r>
            <a:r>
              <a:rPr lang="ro-RO" sz="2400" dirty="0">
                <a:latin typeface="Segoe UI" panose="020B0502040204020203" pitchFamily="34" charset="0"/>
                <a:cs typeface="Segoe UI" panose="020B0502040204020203" pitchFamily="34" charset="0"/>
              </a:rPr>
              <a:t>: secret partajat transmis către server</a:t>
            </a:r>
          </a:p>
          <a:p>
            <a:pPr lvl="0"/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sz="2400" dirty="0">
                <a:latin typeface="Segoe UI" panose="020B0502040204020203" pitchFamily="34" charset="0"/>
                <a:cs typeface="Segoe UI" panose="020B0502040204020203" pitchFamily="34" charset="0"/>
              </a:rPr>
              <a:t>HTTPS: reduce interceptarea, nu elimină vulnerabilitățile structurale (breșe DB, reutilizare parole, 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SNDL</a:t>
            </a:r>
            <a:r>
              <a:rPr lang="ro-RO" sz="2400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endParaRPr lang="ro-RO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lang="en-US" sz="24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olutie</a:t>
            </a:r>
            <a:r>
              <a:rPr lang="ro-RO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lang="ro-RO" sz="2400" dirty="0">
                <a:latin typeface="Segoe UI" panose="020B0502040204020203" pitchFamily="34" charset="0"/>
                <a:cs typeface="Segoe UI" panose="020B0502040204020203" pitchFamily="34" charset="0"/>
              </a:rPr>
              <a:t> 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Protocol de </a:t>
            </a:r>
            <a:r>
              <a:rPr lang="en-US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autentificare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f</a:t>
            </a:r>
            <a:r>
              <a:rPr lang="ro-RO" sz="2400" dirty="0">
                <a:latin typeface="Segoe UI" panose="020B0502040204020203" pitchFamily="34" charset="0"/>
                <a:cs typeface="Segoe UI" panose="020B0502040204020203" pitchFamily="34" charset="0"/>
              </a:rPr>
              <a:t>ără transmiterea parolei către server, 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Schnorr</a:t>
            </a:r>
          </a:p>
          <a:p>
            <a:pPr lvl="0"/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Formular </a:t>
            </a:r>
            <a:r>
              <a:rPr lang="en-US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pentru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aplicatii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web</a:t>
            </a:r>
          </a:p>
          <a:p>
            <a:pPr lvl="0"/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sz="2400" dirty="0">
                <a:latin typeface="Segoe UI" panose="020B0502040204020203" pitchFamily="34" charset="0"/>
                <a:cs typeface="Segoe UI" panose="020B0502040204020203" pitchFamily="34" charset="0"/>
              </a:rPr>
              <a:t>Referință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cu</a:t>
            </a:r>
            <a:r>
              <a:rPr lang="ro-RO" sz="2400" dirty="0">
                <a:latin typeface="Segoe UI" panose="020B0502040204020203" pitchFamily="34" charset="0"/>
                <a:cs typeface="Segoe UI" panose="020B0502040204020203" pitchFamily="34" charset="0"/>
              </a:rPr>
              <a:t> OAuth </a:t>
            </a:r>
            <a:r>
              <a:rPr lang="en-US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protocoale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ZKP (</a:t>
            </a:r>
            <a:r>
              <a:rPr lang="ro-RO" sz="2400" dirty="0">
                <a:latin typeface="Segoe UI" panose="020B0502040204020203" pitchFamily="34" charset="0"/>
                <a:cs typeface="Segoe UI" panose="020B0502040204020203" pitchFamily="34" charset="0"/>
              </a:rPr>
              <a:t>SRP-6a, zk-SNARK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lang="ro-RO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348B2-D7B5-1AA6-2804-C78B2BE0BC56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3/1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4E8D644-4385-EC2B-E49B-8FE2B5E006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87814"/>
            <a:ext cx="3712518" cy="3429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646BD37-9508-797C-9FEF-C8B83752F12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20"/>
          <a:stretch>
            <a:fillRect/>
          </a:stretch>
        </p:blipFill>
        <p:spPr>
          <a:xfrm>
            <a:off x="0" y="3667132"/>
            <a:ext cx="4137449" cy="3181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627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4136B-9F2E-13CB-B5EB-9DFB5BE99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600" dirty="0">
                <a:solidFill>
                  <a:schemeClr val="accent1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TEHNOLOGII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DBC7A7E-4787-9817-5E5A-4C05B537B66D}"/>
              </a:ext>
            </a:extLst>
          </p:cNvPr>
          <p:cNvSpPr/>
          <p:nvPr/>
        </p:nvSpPr>
        <p:spPr>
          <a:xfrm>
            <a:off x="6545797" y="2791731"/>
            <a:ext cx="4808002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28" name="Picture 27" descr="A blue and yellow snake logo&#10;&#10;Description automatically generated">
            <a:extLst>
              <a:ext uri="{FF2B5EF4-FFF2-40B4-BE49-F238E27FC236}">
                <a16:creationId xmlns:a16="http://schemas.microsoft.com/office/drawing/2014/main" id="{0A3897FA-F6FE-056B-B963-533A3AD6A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729" y="2923258"/>
            <a:ext cx="767252" cy="78080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0897546-D232-D941-A3A2-E8F99ABF53F3}"/>
              </a:ext>
            </a:extLst>
          </p:cNvPr>
          <p:cNvSpPr txBox="1"/>
          <p:nvPr/>
        </p:nvSpPr>
        <p:spPr>
          <a:xfrm>
            <a:off x="7373803" y="4057342"/>
            <a:ext cx="3373103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Python ( Flask, Locust )</a:t>
            </a:r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L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imbaj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flexibil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pentru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î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mbinarea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mai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multor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biblioteci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2EB53D-23CC-A904-55E9-013C593195F3}"/>
              </a:ext>
            </a:extLst>
          </p:cNvPr>
          <p:cNvSpPr txBox="1"/>
          <p:nvPr/>
        </p:nvSpPr>
        <p:spPr>
          <a:xfrm>
            <a:off x="1273963" y="4052706"/>
            <a:ext cx="4194716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Javascript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, HTML, CSS</a:t>
            </a:r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Compatibilitate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standardizare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 descr="A yellow rectangular sign with black letters&#10;&#10;AI-generated content may be incorrect.">
            <a:extLst>
              <a:ext uri="{FF2B5EF4-FFF2-40B4-BE49-F238E27FC236}">
                <a16:creationId xmlns:a16="http://schemas.microsoft.com/office/drawing/2014/main" id="{EEAF6460-3DE8-BDF4-089C-C1D1042D6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1000" y="2942478"/>
            <a:ext cx="705732" cy="705732"/>
          </a:xfrm>
          <a:prstGeom prst="rect">
            <a:avLst/>
          </a:prstGeom>
        </p:spPr>
      </p:pic>
      <p:pic>
        <p:nvPicPr>
          <p:cNvPr id="7" name="Picture 6" descr="A logo of a software company&#10;&#10;AI-generated content may be incorrect.">
            <a:extLst>
              <a:ext uri="{FF2B5EF4-FFF2-40B4-BE49-F238E27FC236}">
                <a16:creationId xmlns:a16="http://schemas.microsoft.com/office/drawing/2014/main" id="{2852E522-DF8E-37E4-FC35-15A0703348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8019" y="2954646"/>
            <a:ext cx="718035" cy="718035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D29EE-93B4-79A9-23BA-9FBD793BB775}"/>
              </a:ext>
            </a:extLst>
          </p:cNvPr>
          <p:cNvSpPr/>
          <p:nvPr/>
        </p:nvSpPr>
        <p:spPr>
          <a:xfrm>
            <a:off x="868898" y="2791731"/>
            <a:ext cx="4808002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13" name="Picture 12" descr="A blue and white logo&#10;&#10;AI-generated content may be incorrect.">
            <a:extLst>
              <a:ext uri="{FF2B5EF4-FFF2-40B4-BE49-F238E27FC236}">
                <a16:creationId xmlns:a16="http://schemas.microsoft.com/office/drawing/2014/main" id="{8A4422DF-FFD6-3855-F13D-FB0FE6DEB4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7341" y="2954646"/>
            <a:ext cx="718035" cy="7180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6942F56-349B-4DE4-70EC-AA04DBB2CED1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4/1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36270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683CD-059C-4A3C-8337-1053A0665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4" y="891176"/>
            <a:ext cx="4215543" cy="1255057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ARHITECTURA</a:t>
            </a:r>
          </a:p>
        </p:txBody>
      </p:sp>
      <p:pic>
        <p:nvPicPr>
          <p:cNvPr id="32" name="Graphic 31" descr="Smart Phone with solid fill">
            <a:extLst>
              <a:ext uri="{FF2B5EF4-FFF2-40B4-BE49-F238E27FC236}">
                <a16:creationId xmlns:a16="http://schemas.microsoft.com/office/drawing/2014/main" id="{DF2E0BCD-417C-98ED-9C0D-D48265E983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6757" y="469050"/>
            <a:ext cx="914400" cy="914400"/>
          </a:xfrm>
          <a:prstGeom prst="rect">
            <a:avLst/>
          </a:prstGeom>
        </p:spPr>
      </p:pic>
      <p:pic>
        <p:nvPicPr>
          <p:cNvPr id="33" name="Graphic 32" descr="Laptop with solid fill">
            <a:extLst>
              <a:ext uri="{FF2B5EF4-FFF2-40B4-BE49-F238E27FC236}">
                <a16:creationId xmlns:a16="http://schemas.microsoft.com/office/drawing/2014/main" id="{4DC2E59C-1C9D-285F-FAE2-A5DDEAF791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32824" y="468578"/>
            <a:ext cx="914400" cy="914400"/>
          </a:xfrm>
          <a:prstGeom prst="rect">
            <a:avLst/>
          </a:prstGeom>
        </p:spPr>
      </p:pic>
      <p:pic>
        <p:nvPicPr>
          <p:cNvPr id="34" name="Graphic 33" descr="Computer with solid fill">
            <a:extLst>
              <a:ext uri="{FF2B5EF4-FFF2-40B4-BE49-F238E27FC236}">
                <a16:creationId xmlns:a16="http://schemas.microsoft.com/office/drawing/2014/main" id="{EECC5E2E-78D0-014C-055B-B25C821D54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421051" y="468107"/>
            <a:ext cx="914400" cy="914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79A313-4809-C65C-0797-CE09770F07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2104" y="4687764"/>
            <a:ext cx="477592" cy="562441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F645EE-B320-AB28-01EE-1E034DE44506}"/>
              </a:ext>
            </a:extLst>
          </p:cNvPr>
          <p:cNvSpPr/>
          <p:nvPr/>
        </p:nvSpPr>
        <p:spPr>
          <a:xfrm>
            <a:off x="6786281" y="263648"/>
            <a:ext cx="3729316" cy="125505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575D82D-108A-B56B-6A71-B6FBC2CB3D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0795" y="2333923"/>
            <a:ext cx="4531360" cy="354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E6D6C0-065E-9F10-2577-57843F2AA1EA}"/>
              </a:ext>
            </a:extLst>
          </p:cNvPr>
          <p:cNvSpPr txBox="1"/>
          <p:nvPr/>
        </p:nvSpPr>
        <p:spPr>
          <a:xfrm>
            <a:off x="188044" y="2859216"/>
            <a:ext cx="6598238" cy="240065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o-RO" sz="3000" b="1" dirty="0">
                <a:latin typeface="Segoe UI" panose="020B0502040204020203" pitchFamily="34" charset="0"/>
                <a:cs typeface="Segoe UI" panose="020B0502040204020203" pitchFamily="34" charset="0"/>
              </a:rPr>
              <a:t>Prezentare:</a:t>
            </a:r>
            <a:r>
              <a:rPr lang="ro-RO" sz="3000" dirty="0">
                <a:latin typeface="Segoe UI" panose="020B0502040204020203" pitchFamily="34" charset="0"/>
                <a:cs typeface="Segoe UI" panose="020B0502040204020203" pitchFamily="34" charset="0"/>
              </a:rPr>
              <a:t> interfață web statică, calcule ZKP locale</a:t>
            </a:r>
          </a:p>
          <a:p>
            <a:r>
              <a:rPr lang="ro-RO" sz="3000" b="1" dirty="0">
                <a:latin typeface="Segoe UI" panose="020B0502040204020203" pitchFamily="34" charset="0"/>
                <a:cs typeface="Segoe UI" panose="020B0502040204020203" pitchFamily="34" charset="0"/>
              </a:rPr>
              <a:t>Aplicație:</a:t>
            </a:r>
            <a:r>
              <a:rPr lang="ro-RO" sz="3000" dirty="0">
                <a:latin typeface="Segoe UI" panose="020B0502040204020203" pitchFamily="34" charset="0"/>
                <a:cs typeface="Segoe UI" panose="020B0502040204020203" pitchFamily="34" charset="0"/>
              </a:rPr>
              <a:t> validare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autentificare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user</a:t>
            </a:r>
            <a:r>
              <a:rPr lang="ro-RO" sz="3000" dirty="0">
                <a:latin typeface="Segoe UI" panose="020B0502040204020203" pitchFamily="34" charset="0"/>
                <a:cs typeface="Segoe UI" panose="020B0502040204020203" pitchFamily="34" charset="0"/>
              </a:rPr>
              <a:t>, emitere JWT, 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lang="ro-RO" sz="3000" dirty="0">
                <a:latin typeface="Segoe UI" panose="020B0502040204020203" pitchFamily="34" charset="0"/>
                <a:cs typeface="Segoe UI" panose="020B0502040204020203" pitchFamily="34" charset="0"/>
              </a:rPr>
              <a:t>ession 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b</a:t>
            </a:r>
            <a:r>
              <a:rPr lang="ro-RO" sz="3000" dirty="0">
                <a:latin typeface="Segoe UI" panose="020B0502040204020203" pitchFamily="34" charset="0"/>
                <a:cs typeface="Segoe UI" panose="020B0502040204020203" pitchFamily="34" charset="0"/>
              </a:rPr>
              <a:t>inding</a:t>
            </a:r>
          </a:p>
          <a:p>
            <a:r>
              <a:rPr lang="ro-RO" sz="3000" b="1" dirty="0">
                <a:latin typeface="Segoe UI" panose="020B0502040204020203" pitchFamily="34" charset="0"/>
                <a:cs typeface="Segoe UI" panose="020B0502040204020203" pitchFamily="34" charset="0"/>
              </a:rPr>
              <a:t>Date:</a:t>
            </a:r>
            <a:r>
              <a:rPr lang="ro-RO" sz="3000" dirty="0">
                <a:latin typeface="Segoe UI" panose="020B0502040204020203" pitchFamily="34" charset="0"/>
                <a:cs typeface="Segoe UI" panose="020B0502040204020203" pitchFamily="34" charset="0"/>
              </a:rPr>
              <a:t> User, Token, Perso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nalized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o-RO" sz="3000" dirty="0">
                <a:latin typeface="Segoe UI" panose="020B0502040204020203" pitchFamily="34" charset="0"/>
                <a:cs typeface="Segoe UI" panose="020B0502040204020203" pitchFamily="34" charset="0"/>
              </a:rPr>
              <a:t>Data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D88D8D8-46AF-EEA9-D5B9-EE9F7114BCCF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>
            <a:off x="8650939" y="1518706"/>
            <a:ext cx="1083370" cy="13853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5B8416F-BB84-3F70-9FF6-48A9C8728502}"/>
              </a:ext>
            </a:extLst>
          </p:cNvPr>
          <p:cNvCxnSpPr>
            <a:cxnSpLocks/>
            <a:stCxn id="31" idx="2"/>
            <a:endCxn id="6" idx="0"/>
          </p:cNvCxnSpPr>
          <p:nvPr/>
        </p:nvCxnSpPr>
        <p:spPr>
          <a:xfrm flipH="1">
            <a:off x="9730900" y="4159079"/>
            <a:ext cx="3409" cy="5286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18451E82-5D06-D5A8-211B-AE8D2F54049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79846" y="3292392"/>
            <a:ext cx="747223" cy="7210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7D9DDDE-5CE8-FA19-6A86-8857E680595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14509" y="3292392"/>
            <a:ext cx="747223" cy="721097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4F0B8E5-44FC-08C3-2FD0-A9DA8674B2FD}"/>
              </a:ext>
            </a:extLst>
          </p:cNvPr>
          <p:cNvCxnSpPr>
            <a:cxnSpLocks/>
            <a:stCxn id="9" idx="2"/>
            <a:endCxn id="38" idx="0"/>
          </p:cNvCxnSpPr>
          <p:nvPr/>
        </p:nvCxnSpPr>
        <p:spPr>
          <a:xfrm flipH="1">
            <a:off x="7792866" y="1518706"/>
            <a:ext cx="858073" cy="14227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3DF2D47-20BF-57CA-E08D-5E17925999E0}"/>
              </a:ext>
            </a:extLst>
          </p:cNvPr>
          <p:cNvCxnSpPr>
            <a:cxnSpLocks/>
            <a:stCxn id="39" idx="2"/>
            <a:endCxn id="30" idx="0"/>
          </p:cNvCxnSpPr>
          <p:nvPr/>
        </p:nvCxnSpPr>
        <p:spPr>
          <a:xfrm flipH="1">
            <a:off x="7749408" y="4169136"/>
            <a:ext cx="1" cy="518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C5BD977-222C-2EA5-1895-700A70FEB5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0612" y="4687764"/>
            <a:ext cx="477592" cy="562441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6A62A02-D5C8-0CA9-396D-D4393953EC2E}"/>
              </a:ext>
            </a:extLst>
          </p:cNvPr>
          <p:cNvSpPr/>
          <p:nvPr/>
        </p:nvSpPr>
        <p:spPr>
          <a:xfrm>
            <a:off x="9090195" y="2904021"/>
            <a:ext cx="1288227" cy="125505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23BD85-5681-835A-7EA3-4B26BDB0206E}"/>
              </a:ext>
            </a:extLst>
          </p:cNvPr>
          <p:cNvSpPr txBox="1"/>
          <p:nvPr/>
        </p:nvSpPr>
        <p:spPr>
          <a:xfrm>
            <a:off x="9369263" y="2914078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Auth </a:t>
            </a:r>
            <a:endParaRPr lang="ro-RO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A63534E-8172-D47F-B6D6-02418F375ECC}"/>
              </a:ext>
            </a:extLst>
          </p:cNvPr>
          <p:cNvSpPr txBox="1"/>
          <p:nvPr/>
        </p:nvSpPr>
        <p:spPr>
          <a:xfrm>
            <a:off x="7174748" y="294145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Resource </a:t>
            </a:r>
            <a:endParaRPr lang="ro-RO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3BAF630-C997-1CE1-A907-07AC1771F849}"/>
              </a:ext>
            </a:extLst>
          </p:cNvPr>
          <p:cNvSpPr/>
          <p:nvPr/>
        </p:nvSpPr>
        <p:spPr>
          <a:xfrm>
            <a:off x="7105295" y="2914078"/>
            <a:ext cx="1288227" cy="125505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46F48FA-9049-C4CD-6C83-F16B6ADA4FD9}"/>
              </a:ext>
            </a:extLst>
          </p:cNvPr>
          <p:cNvSpPr txBox="1"/>
          <p:nvPr/>
        </p:nvSpPr>
        <p:spPr>
          <a:xfrm>
            <a:off x="7379846" y="2141598"/>
            <a:ext cx="847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</a:t>
            </a:r>
            <a:endParaRPr lang="ro-RO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106221-A891-8DFD-1DAC-157207D1DA97}"/>
              </a:ext>
            </a:extLst>
          </p:cNvPr>
          <p:cNvSpPr txBox="1"/>
          <p:nvPr/>
        </p:nvSpPr>
        <p:spPr>
          <a:xfrm>
            <a:off x="9277605" y="2123050"/>
            <a:ext cx="847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</a:t>
            </a:r>
            <a:endParaRPr lang="ro-RO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F16CF1-E1E3-05AD-8DCF-CC23A0A567AF}"/>
              </a:ext>
            </a:extLst>
          </p:cNvPr>
          <p:cNvSpPr txBox="1"/>
          <p:nvPr/>
        </p:nvSpPr>
        <p:spPr>
          <a:xfrm>
            <a:off x="8202738" y="27776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  <a:endParaRPr lang="ro-RO" dirty="0"/>
          </a:p>
        </p:txBody>
      </p:sp>
      <p:pic>
        <p:nvPicPr>
          <p:cNvPr id="10" name="Picture 9" descr="A white rectangular box with black text&#10;&#10;AI-generated content may be incorrect.">
            <a:extLst>
              <a:ext uri="{FF2B5EF4-FFF2-40B4-BE49-F238E27FC236}">
                <a16:creationId xmlns:a16="http://schemas.microsoft.com/office/drawing/2014/main" id="{FD58C879-F46D-75DB-FA5F-F50A227733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84833" y="5339294"/>
            <a:ext cx="1586836" cy="1313606"/>
          </a:xfrm>
          <a:prstGeom prst="rect">
            <a:avLst/>
          </a:prstGeom>
        </p:spPr>
      </p:pic>
      <p:pic>
        <p:nvPicPr>
          <p:cNvPr id="26" name="Picture 25" descr="A white rectangular box with black text&#10;&#10;AI-generated content may be incorrect.">
            <a:extLst>
              <a:ext uri="{FF2B5EF4-FFF2-40B4-BE49-F238E27FC236}">
                <a16:creationId xmlns:a16="http://schemas.microsoft.com/office/drawing/2014/main" id="{37CC19A0-CB2B-07C4-9269-3609F237047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24147" y="5339294"/>
            <a:ext cx="1586837" cy="13136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EDD577-AD6C-6820-9CCC-076D8119D81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5/1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91978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04D3A-EBED-77BA-58C5-5D8A98EF1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D14CC-2555-1229-BBFC-641DF8A0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5" y="891177"/>
            <a:ext cx="3922776" cy="910894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Schnorr</a:t>
            </a:r>
            <a:b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interactiv</a:t>
            </a:r>
            <a:endParaRPr lang="en-US" sz="4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4FFF37B-4DC4-DEB7-F000-5113EFCF13F6}"/>
                  </a:ext>
                </a:extLst>
              </p:cNvPr>
              <p:cNvSpPr txBox="1"/>
              <p:nvPr/>
            </p:nvSpPr>
            <p:spPr>
              <a:xfrm>
                <a:off x="4896212" y="96860"/>
                <a:ext cx="7810039" cy="290368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lvl="0"/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Parametrii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 -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numar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prim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mare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Q - factor prim mare al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lui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 P-1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G - generator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unde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G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∈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(1, P-1), h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∈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(1,P-1)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a.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î.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G </a:t>
                </a:r>
                <a:r>
                  <a:rPr lang="ro-RO" sz="3000" kern="0" dirty="0">
                    <a:latin typeface="Segoe UI" panose="020B0502040204020203" pitchFamily="34" charset="0"/>
                    <a:ea typeface="Times New Roman" panose="02020603050405020304" pitchFamily="18" charset="0"/>
                    <a:cs typeface="Segoe UI" panose="020B0502040204020203" pitchFamily="34" charset="0"/>
                  </a:rPr>
                  <a:t>≡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h</a:t>
                </a:r>
                <a:r>
                  <a:rPr lang="en-US" sz="3000" baseline="40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(P-1)/Q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(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mod P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)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și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G</a:t>
                </a:r>
                <a:r>
                  <a:rPr lang="en-US" sz="3000" baseline="40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Q</a:t>
                </a:r>
                <a:r>
                  <a:rPr lang="ro-RO" sz="3000" kern="0" dirty="0">
                    <a:latin typeface="Segoe UI" panose="020B0502040204020203" pitchFamily="34" charset="0"/>
                    <a:ea typeface="Times New Roman" panose="02020603050405020304" pitchFamily="18" charset="0"/>
                    <a:cs typeface="Segoe UI" panose="020B0502040204020203" pitchFamily="34" charset="0"/>
                  </a:rPr>
                  <a:t> ≡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1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(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mod P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)</a:t>
                </a:r>
                <a:endParaRPr lang="ro-RO" sz="30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x, r, c -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aleatoriu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din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Sup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𝑍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sub>
                      <m:sup>
                        <m:r>
                          <a:rPr lang="en-US" sz="3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30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4FFF37B-4DC4-DEB7-F000-5113EFCF1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6212" y="96860"/>
                <a:ext cx="7810039" cy="2903680"/>
              </a:xfrm>
              <a:prstGeom prst="rect">
                <a:avLst/>
              </a:prstGeom>
              <a:blipFill>
                <a:blip r:embed="rId3"/>
                <a:stretch>
                  <a:fillRect l="-1795" t="-2731" b="-3992"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BF7E5D28-DA20-97BD-168A-FC81F1B246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52" y="2358543"/>
            <a:ext cx="4531360" cy="35401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F3C7C1D-3CB7-2FCB-EE86-BDDE6C6DCB3F}"/>
              </a:ext>
            </a:extLst>
          </p:cNvPr>
          <p:cNvSpPr txBox="1"/>
          <p:nvPr/>
        </p:nvSpPr>
        <p:spPr>
          <a:xfrm>
            <a:off x="189054" y="3065814"/>
            <a:ext cx="6414946" cy="3616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tabLst>
                <a:tab pos="457200" algn="l"/>
              </a:tabLst>
            </a:pP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P</a:t>
            </a:r>
            <a:r>
              <a:rPr lang="ro-RO" sz="3000" dirty="0">
                <a:latin typeface="Segoe UI" panose="020B0502040204020203" pitchFamily="34" charset="0"/>
                <a:cs typeface="Segoe UI" panose="020B0502040204020203" pitchFamily="34" charset="0"/>
              </a:rPr>
              <a:t>roblema logaritmului discret (DLP)</a:t>
            </a:r>
            <a:endParaRPr lang="en-US" sz="3000" kern="0" dirty="0">
              <a:effectLst/>
              <a:latin typeface="Segoe UI" panose="020B0502040204020203" pitchFamily="34" charset="0"/>
              <a:ea typeface="Times New Roman" panose="02020603050405020304" pitchFamily="18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Chei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e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: y =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G</a:t>
            </a:r>
            <a:r>
              <a:rPr lang="en-US" sz="3000" baseline="40000" dirty="0"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(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mod P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Angajament: t = 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  <a:r>
              <a:rPr lang="en-US" sz="3000" baseline="40000" dirty="0">
                <a:latin typeface="Segoe UI" panose="020B0502040204020203" pitchFamily="34" charset="0"/>
                <a:cs typeface="Segoe UI" panose="020B0502040204020203" pitchFamily="34" charset="0"/>
              </a:rPr>
              <a:t>r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(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mod P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Provocare: c </a:t>
            </a:r>
            <a:endParaRPr lang="en-US" sz="3000" kern="0" dirty="0">
              <a:effectLst/>
              <a:latin typeface="Segoe UI" panose="020B0502040204020203" pitchFamily="34" charset="0"/>
              <a:ea typeface="Times New Roman" panose="02020603050405020304" pitchFamily="18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Răspuns: s = (r + c * x) 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(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mod Q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Verificare: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  <a:r>
              <a:rPr lang="en-US" sz="3000" baseline="40000" dirty="0" err="1"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≡ t * </a:t>
            </a:r>
            <a:r>
              <a:rPr lang="en-US" sz="30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y</a:t>
            </a:r>
            <a:r>
              <a:rPr lang="en-US" sz="3000" kern="0" baseline="4000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</a:t>
            </a:r>
            <a:r>
              <a:rPr lang="en-US" sz="3000" baseline="40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(mod P)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8E5C7A-3AFE-EF86-8A0A-5D8F8E92C87A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6/1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0263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175214" y="237500"/>
            <a:ext cx="3560540" cy="59055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4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Inregistrarea</a:t>
            </a:r>
            <a:endParaRPr lang="en-US" sz="4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3BA8C525-CB70-5211-F2C5-3611B8CBA7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64F9AC-1A88-237E-F326-180BA0E7A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73" y="1390842"/>
            <a:ext cx="3041004" cy="3291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89FDEC-995C-81BE-524F-21E8A84A3E4E}"/>
              </a:ext>
            </a:extLst>
          </p:cNvPr>
          <p:cNvSpPr txBox="1"/>
          <p:nvPr/>
        </p:nvSpPr>
        <p:spPr>
          <a:xfrm>
            <a:off x="145312" y="2162616"/>
            <a:ext cx="3144965" cy="3760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en-US" sz="2500" b="1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r>
              <a:rPr lang="en-US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introduce </a:t>
            </a:r>
            <a:r>
              <a:rPr lang="en-US" sz="25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creden</a:t>
            </a:r>
            <a:r>
              <a:rPr lang="ro-RO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țiale</a:t>
            </a:r>
            <a:endParaRPr lang="en-US" sz="2500" kern="0" dirty="0">
              <a:effectLst/>
              <a:latin typeface="Segoe UI" panose="020B0502040204020203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25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r>
              <a:rPr lang="en-US" sz="25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App</a:t>
            </a:r>
            <a:r>
              <a:rPr lang="ro-RO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derivare x </a:t>
            </a:r>
            <a:r>
              <a:rPr lang="en-US" sz="25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folosind</a:t>
            </a:r>
            <a:r>
              <a:rPr lang="ro-RO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parol</a:t>
            </a:r>
            <a:r>
              <a:rPr lang="en-US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a, </a:t>
            </a:r>
            <a:r>
              <a:rPr lang="en-US" sz="25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calculeaza</a:t>
            </a:r>
            <a:r>
              <a:rPr lang="en-US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25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trimis</a:t>
            </a:r>
            <a:r>
              <a:rPr lang="en-US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lang="ro-RO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2500" b="1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Server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en-US" sz="25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verificare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5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5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salvare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ro-RO" sz="25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ED352B-1402-6FCE-054D-C6766DCF3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2769" y="-40255"/>
            <a:ext cx="10169747" cy="72433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99290B5-58D2-C0EF-D403-CAB516D31150}"/>
              </a:ext>
            </a:extLst>
          </p:cNvPr>
          <p:cNvSpPr txBox="1"/>
          <p:nvPr/>
        </p:nvSpPr>
        <p:spPr>
          <a:xfrm>
            <a:off x="0" y="6457890"/>
            <a:ext cx="8112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7/1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52735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1372-6395-69E3-BED3-27CC790EB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7ECF2727-B90F-1564-DDED-7943C2847F98}"/>
              </a:ext>
            </a:extLst>
          </p:cNvPr>
          <p:cNvSpPr txBox="1">
            <a:spLocks/>
          </p:cNvSpPr>
          <p:nvPr/>
        </p:nvSpPr>
        <p:spPr>
          <a:xfrm>
            <a:off x="465681" y="190100"/>
            <a:ext cx="351235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4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Autentificare</a:t>
            </a:r>
            <a:endParaRPr lang="en-US" sz="4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4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commit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7585E611-8627-7454-1E6D-A3FC3AB2BD5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6B16AC-3E09-8828-9BF5-DBDF4622FC8A}"/>
              </a:ext>
            </a:extLst>
          </p:cNvPr>
          <p:cNvSpPr txBox="1"/>
          <p:nvPr/>
        </p:nvSpPr>
        <p:spPr>
          <a:xfrm>
            <a:off x="0" y="2069405"/>
            <a:ext cx="482209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r>
              <a:rPr lang="en-US" sz="30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introduce </a:t>
            </a:r>
            <a:r>
              <a:rPr lang="en-US" sz="30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creden</a:t>
            </a:r>
            <a:r>
              <a:rPr lang="ro-RO" sz="30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țiale</a:t>
            </a:r>
            <a:endParaRPr lang="en-US" sz="3000" kern="0" dirty="0">
              <a:latin typeface="Segoe UI" panose="020B0502040204020203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ro-RO" sz="3000" b="1" dirty="0">
                <a:latin typeface="Segoe UI" panose="020B0502040204020203" pitchFamily="34" charset="0"/>
                <a:cs typeface="Segoe UI" panose="020B0502040204020203" pitchFamily="34" charset="0"/>
              </a:rPr>
              <a:t>Client App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trimite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angajament</a:t>
            </a: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3000" b="1" dirty="0">
                <a:latin typeface="Segoe UI" panose="020B0502040204020203" pitchFamily="34" charset="0"/>
                <a:cs typeface="Segoe UI" panose="020B0502040204020203" pitchFamily="34" charset="0"/>
              </a:rPr>
              <a:t>Server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verifica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ro-RO" sz="3000" noProof="0" dirty="0">
                <a:latin typeface="Segoe UI" panose="020B0502040204020203" pitchFamily="34" charset="0"/>
                <a:cs typeface="Segoe UI" panose="020B0502040204020203" pitchFamily="34" charset="0"/>
              </a:rPr>
              <a:t>creeaza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sesiunea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raspunde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cu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provocarea</a:t>
            </a:r>
            <a:endParaRPr lang="ro-RO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C8150F-556B-DDBB-8577-1DA305AF9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3077" y="-70338"/>
            <a:ext cx="8359604" cy="71937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CF46AFF-0257-0B90-1A7E-133B3A40DD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73" y="1390842"/>
            <a:ext cx="3041004" cy="3291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4851D36-909F-02BF-4B14-2AF555E23440}"/>
              </a:ext>
            </a:extLst>
          </p:cNvPr>
          <p:cNvSpPr txBox="1"/>
          <p:nvPr/>
        </p:nvSpPr>
        <p:spPr>
          <a:xfrm>
            <a:off x="0" y="6457890"/>
            <a:ext cx="8112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8/1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96919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025C9-96FD-1087-3BD7-F4579CCC3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1E2FC0FE-4730-29F1-040F-02A538621C6C}"/>
              </a:ext>
            </a:extLst>
          </p:cNvPr>
          <p:cNvSpPr txBox="1"/>
          <p:nvPr/>
        </p:nvSpPr>
        <p:spPr>
          <a:xfrm>
            <a:off x="0" y="6457890"/>
            <a:ext cx="8112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9/1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521CA239-BB09-99B6-2184-363FF9885B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4" name="Picture 3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D84BB7B5-60BB-8ED2-88B1-ADD5D4F38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822" y="152400"/>
            <a:ext cx="9335988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DCCB27-1BBB-EA6E-CC4F-1E997C15EF09}"/>
              </a:ext>
            </a:extLst>
          </p:cNvPr>
          <p:cNvSpPr txBox="1"/>
          <p:nvPr/>
        </p:nvSpPr>
        <p:spPr>
          <a:xfrm>
            <a:off x="212558" y="2334555"/>
            <a:ext cx="351538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ro-RO" sz="3000" b="1" dirty="0">
                <a:latin typeface="Segoe UI" panose="020B0502040204020203" pitchFamily="34" charset="0"/>
                <a:cs typeface="Segoe UI" panose="020B0502040204020203" pitchFamily="34" charset="0"/>
              </a:rPr>
              <a:t>Client App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calculeaza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solutia</a:t>
            </a: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3000" b="1" dirty="0">
                <a:latin typeface="Segoe UI" panose="020B0502040204020203" pitchFamily="34" charset="0"/>
                <a:cs typeface="Segoe UI" panose="020B0502040204020203" pitchFamily="34" charset="0"/>
              </a:rPr>
              <a:t>Server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verifica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valideaza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solutia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returneaza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token</a:t>
            </a:r>
            <a:endParaRPr lang="ro-RO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E06B80-ADA2-A43C-E1DA-7C4966937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73" y="1390842"/>
            <a:ext cx="3041004" cy="32914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8B367E3-17E7-28D0-9AE1-9271B82F147A}"/>
              </a:ext>
            </a:extLst>
          </p:cNvPr>
          <p:cNvSpPr txBox="1">
            <a:spLocks/>
          </p:cNvSpPr>
          <p:nvPr/>
        </p:nvSpPr>
        <p:spPr>
          <a:xfrm>
            <a:off x="465681" y="190100"/>
            <a:ext cx="351235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4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Autentificare</a:t>
            </a:r>
            <a:endParaRPr lang="en-US" sz="4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4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verify</a:t>
            </a:r>
          </a:p>
        </p:txBody>
      </p:sp>
    </p:spTree>
    <p:extLst>
      <p:ext uri="{BB962C8B-B14F-4D97-AF65-F5344CB8AC3E}">
        <p14:creationId xmlns:p14="http://schemas.microsoft.com/office/powerpoint/2010/main" val="3258320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845B5-45BA-6730-6415-00B70A56C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AA1D982F-A7D8-AAD4-5C9D-C022EED052FE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10/1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14F74A77-0E26-5316-18BD-9564FB875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C424B6-ABAA-FE83-FA31-6E5D7DA2E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79" y="0"/>
            <a:ext cx="9939675" cy="626012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0B0F421-FD4A-62F6-8F73-74FDB8E2B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73" y="1555414"/>
            <a:ext cx="3041004" cy="32914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193A0FD-0F0B-04C2-DB2A-D86FCB8306C1}"/>
              </a:ext>
            </a:extLst>
          </p:cNvPr>
          <p:cNvSpPr txBox="1">
            <a:spLocks/>
          </p:cNvSpPr>
          <p:nvPr/>
        </p:nvSpPr>
        <p:spPr>
          <a:xfrm>
            <a:off x="465681" y="190100"/>
            <a:ext cx="351235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4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Consum</a:t>
            </a:r>
            <a:endParaRPr lang="en-US" sz="4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4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token</a:t>
            </a:r>
          </a:p>
        </p:txBody>
      </p:sp>
    </p:spTree>
    <p:extLst>
      <p:ext uri="{BB962C8B-B14F-4D97-AF65-F5344CB8AC3E}">
        <p14:creationId xmlns:p14="http://schemas.microsoft.com/office/powerpoint/2010/main" val="2662781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224" y="423283"/>
            <a:ext cx="5080576" cy="1620422"/>
          </a:xfrm>
        </p:spPr>
        <p:txBody>
          <a:bodyPr>
            <a:noAutofit/>
          </a:bodyPr>
          <a:lstStyle/>
          <a:p>
            <a:pPr algn="ctr"/>
            <a:r>
              <a:rPr lang="ro-RO" sz="4000" dirty="0">
                <a:latin typeface="Segoe UI" panose="020B0502040204020203" pitchFamily="34" charset="0"/>
                <a:cs typeface="Segoe UI" panose="020B0502040204020203" pitchFamily="34" charset="0"/>
              </a:rPr>
              <a:t>Proprietăți de securitate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917686-79AC-E52C-B5F5-481FDBFE5F24}"/>
              </a:ext>
            </a:extLst>
          </p:cNvPr>
          <p:cNvSpPr txBox="1"/>
          <p:nvPr/>
        </p:nvSpPr>
        <p:spPr>
          <a:xfrm>
            <a:off x="287687" y="4140039"/>
            <a:ext cx="7746528" cy="1793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en-US" sz="3000" kern="100" dirty="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Server </a:t>
            </a:r>
            <a:r>
              <a:rPr lang="en-US" sz="3000" kern="100" dirty="0" err="1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stocheaza</a:t>
            </a:r>
            <a:r>
              <a:rPr lang="en-US" sz="3000" kern="100" dirty="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3000" kern="100" dirty="0" err="1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doar</a:t>
            </a:r>
            <a:r>
              <a:rPr lang="en-US" sz="3000" kern="100" dirty="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3000" kern="10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y </a:t>
            </a:r>
            <a:r>
              <a:rPr lang="en-US" sz="3000" kern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-</a:t>
            </a:r>
            <a:r>
              <a:rPr lang="en-US" sz="3000" kern="10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3000" kern="100" dirty="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data breach (DLP)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3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{t, c, s} efemere</a:t>
            </a:r>
            <a:r>
              <a:rPr lang="en-US" sz="3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- replay</a:t>
            </a:r>
          </a:p>
          <a:p>
            <a:pPr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3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r</a:t>
            </a:r>
            <a:r>
              <a:rPr lang="en-US" sz="3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30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si</a:t>
            </a:r>
            <a:r>
              <a:rPr lang="en-US" sz="3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x</a:t>
            </a:r>
            <a:r>
              <a:rPr lang="ro-RO" sz="3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netransmis</a:t>
            </a:r>
            <a:r>
              <a:rPr lang="en-US" sz="3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e - </a:t>
            </a:r>
            <a:r>
              <a:rPr lang="en-US" sz="30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interceptare</a:t>
            </a:r>
            <a:r>
              <a:rPr lang="en-US" sz="3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, SNDL (DLP)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95C2625-16F1-631B-8A99-C0BC0143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285" y="0"/>
            <a:ext cx="7313715" cy="39988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65ADB1-3E81-4F7A-3CB5-A0CF32312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26" y="2184936"/>
            <a:ext cx="4428605" cy="4561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D54EFA-B762-AB82-36E8-EAE758CBB89D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11/1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48077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8A33D8F-9569-212D-CE7A-C74D625D4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234072" y="1307999"/>
            <a:ext cx="4627218" cy="36150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43DFB8FF-8BCD-0924-17AB-872437AF06E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507953320"/>
                  </p:ext>
                </p:extLst>
              </p:nvPr>
            </p:nvGraphicFramePr>
            <p:xfrm>
              <a:off x="0" y="1970530"/>
              <a:ext cx="6291385" cy="476492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66151">
                      <a:extLst>
                        <a:ext uri="{9D8B030D-6E8A-4147-A177-3AD203B41FA5}">
                          <a16:colId xmlns:a16="http://schemas.microsoft.com/office/drawing/2014/main" val="2724873272"/>
                        </a:ext>
                      </a:extLst>
                    </a:gridCol>
                    <a:gridCol w="646494">
                      <a:extLst>
                        <a:ext uri="{9D8B030D-6E8A-4147-A177-3AD203B41FA5}">
                          <a16:colId xmlns:a16="http://schemas.microsoft.com/office/drawing/2014/main" val="4133436232"/>
                        </a:ext>
                      </a:extLst>
                    </a:gridCol>
                    <a:gridCol w="3978740">
                      <a:extLst>
                        <a:ext uri="{9D8B030D-6E8A-4147-A177-3AD203B41FA5}">
                          <a16:colId xmlns:a16="http://schemas.microsoft.com/office/drawing/2014/main" val="3629466655"/>
                        </a:ext>
                      </a:extLst>
                    </a:gridCol>
                  </a:tblGrid>
                  <a:tr h="71660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Categorie</a:t>
                          </a:r>
                          <a:r>
                            <a:rPr lang="en-US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teste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Nr.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Acoperire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3681737325"/>
                      </a:ext>
                    </a:extLst>
                  </a:tr>
                  <a:tr h="71660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Pozitive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Happy paths,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lipsa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parola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DB</a:t>
                          </a: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useri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concurenti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4083472207"/>
                      </a:ext>
                    </a:extLst>
                  </a:tr>
                  <a:tr h="137935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Negative</a:t>
                          </a:r>
                          <a:endParaRPr lang="ro-RO" sz="2000" kern="10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Parolă greșită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c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duplicat</a:t>
                          </a: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expirare sesiune, commit dublu, înregistrare duplicate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803173256"/>
                      </a:ext>
                    </a:extLst>
                  </a:tr>
                  <a:tr h="1077653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en-US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Corner case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31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s ∉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  <m:t>𝑄</m:t>
                                  </m:r>
                                </m:sub>
                                <m:sup>
                                  <m: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a14:m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y/t ∈ {0,1,-1,P-1}, tipuri neconforme (float/string/null)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lipsa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header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966870212"/>
                      </a:ext>
                    </a:extLst>
                  </a:tr>
                  <a:tr h="71660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Securitate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8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off-by-one,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sesiuni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izolate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</a:t>
                          </a: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y furat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121942119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43DFB8FF-8BCD-0924-17AB-872437AF06E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507953320"/>
                  </p:ext>
                </p:extLst>
              </p:nvPr>
            </p:nvGraphicFramePr>
            <p:xfrm>
              <a:off x="0" y="1970530"/>
              <a:ext cx="6291385" cy="476492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66151">
                      <a:extLst>
                        <a:ext uri="{9D8B030D-6E8A-4147-A177-3AD203B41FA5}">
                          <a16:colId xmlns:a16="http://schemas.microsoft.com/office/drawing/2014/main" val="2724873272"/>
                        </a:ext>
                      </a:extLst>
                    </a:gridCol>
                    <a:gridCol w="646494">
                      <a:extLst>
                        <a:ext uri="{9D8B030D-6E8A-4147-A177-3AD203B41FA5}">
                          <a16:colId xmlns:a16="http://schemas.microsoft.com/office/drawing/2014/main" val="4133436232"/>
                        </a:ext>
                      </a:extLst>
                    </a:gridCol>
                    <a:gridCol w="3978740">
                      <a:extLst>
                        <a:ext uri="{9D8B030D-6E8A-4147-A177-3AD203B41FA5}">
                          <a16:colId xmlns:a16="http://schemas.microsoft.com/office/drawing/2014/main" val="3629466655"/>
                        </a:ext>
                      </a:extLst>
                    </a:gridCol>
                  </a:tblGrid>
                  <a:tr h="76238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Categorie</a:t>
                          </a:r>
                          <a:r>
                            <a:rPr lang="en-US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teste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Nr.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Acoperire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3681737325"/>
                      </a:ext>
                    </a:extLst>
                  </a:tr>
                  <a:tr h="76238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Pozitive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Happy paths,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lipsa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parola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DB</a:t>
                          </a: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useri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concurenti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4083472207"/>
                      </a:ext>
                    </a:extLst>
                  </a:tr>
                  <a:tr h="137935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Negative</a:t>
                          </a:r>
                          <a:endParaRPr lang="ro-RO" sz="2000" kern="10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Parolă greșită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c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duplicat</a:t>
                          </a: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expirare sesiune, commit dublu, înregistrare duplicate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803173256"/>
                      </a:ext>
                    </a:extLst>
                  </a:tr>
                  <a:tr h="114420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en-US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Corner case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31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endParaRPr lang="ro-RO"/>
                        </a:p>
                      </a:txBody>
                      <a:tcPr marL="45720" marR="45720" anchor="ctr">
                        <a:blipFill>
                          <a:blip r:embed="rId4"/>
                          <a:stretch>
                            <a:fillRect l="-58499" t="-256150" r="-613" b="-641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6870212"/>
                      </a:ext>
                    </a:extLst>
                  </a:tr>
                  <a:tr h="71660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Securitate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8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off-by-one,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sesiuni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izolate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</a:t>
                          </a: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y furat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121942119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F522CE-01F3-1F35-1533-83D1160E7281}"/>
              </a:ext>
            </a:extLst>
          </p:cNvPr>
          <p:cNvSpPr txBox="1"/>
          <p:nvPr/>
        </p:nvSpPr>
        <p:spPr>
          <a:xfrm>
            <a:off x="809990" y="1599544"/>
            <a:ext cx="3881231" cy="42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2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49 teste pytest, 100% succes</a:t>
            </a:r>
            <a:endParaRPr lang="ro-RO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07F7D64-07E3-B4CC-E335-7D720A8AB0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1434961"/>
              </p:ext>
            </p:extLst>
          </p:nvPr>
        </p:nvGraphicFramePr>
        <p:xfrm>
          <a:off x="6544241" y="0"/>
          <a:ext cx="5594331" cy="31145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79963">
                  <a:extLst>
                    <a:ext uri="{9D8B030D-6E8A-4147-A177-3AD203B41FA5}">
                      <a16:colId xmlns:a16="http://schemas.microsoft.com/office/drawing/2014/main" val="3871418129"/>
                    </a:ext>
                  </a:extLst>
                </a:gridCol>
                <a:gridCol w="3414368">
                  <a:extLst>
                    <a:ext uri="{9D8B030D-6E8A-4147-A177-3AD203B41FA5}">
                      <a16:colId xmlns:a16="http://schemas.microsoft.com/office/drawing/2014/main" val="3988898016"/>
                    </a:ext>
                  </a:extLst>
                </a:gridCol>
              </a:tblGrid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</a:t>
                      </a: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imula</a:t>
                      </a:r>
                      <a:r>
                        <a:rPr lang="en-US" sz="2000" kern="0" cap="all" spc="75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ri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Rezultat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653610610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Coliziune</a:t>
                      </a:r>
                      <a:r>
                        <a:rPr lang="en-US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in</a:t>
                      </a: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10.000 cereri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 coliziuni c</a:t>
                      </a:r>
                      <a:endParaRPr lang="ro-RO" sz="2000" kern="100" dirty="0"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46435128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MitM parametri slabi: P=23, Q=11, G=4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HTTP 422: y/t respinse (subgrup invalid)</a:t>
                      </a:r>
                      <a:endParaRPr lang="ro-RO" sz="2000" kern="100" dirty="0"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678320812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Replay cross-sesiune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HTTP 401: G^s1 ≠ t2*y^c2</a:t>
                      </a:r>
                      <a:endParaRPr lang="ro-RO" sz="2000" kern="100" dirty="0"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65529708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C3AB5FE-B706-3AF8-80F8-33F773DF0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0483584"/>
              </p:ext>
            </p:extLst>
          </p:nvPr>
        </p:nvGraphicFramePr>
        <p:xfrm>
          <a:off x="6480437" y="3161041"/>
          <a:ext cx="5594331" cy="308528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07071">
                  <a:extLst>
                    <a:ext uri="{9D8B030D-6E8A-4147-A177-3AD203B41FA5}">
                      <a16:colId xmlns:a16="http://schemas.microsoft.com/office/drawing/2014/main" val="3512485477"/>
                    </a:ext>
                  </a:extLst>
                </a:gridCol>
                <a:gridCol w="1948791">
                  <a:extLst>
                    <a:ext uri="{9D8B030D-6E8A-4147-A177-3AD203B41FA5}">
                      <a16:colId xmlns:a16="http://schemas.microsoft.com/office/drawing/2014/main" val="3440195343"/>
                    </a:ext>
                  </a:extLst>
                </a:gridCol>
                <a:gridCol w="1638469">
                  <a:extLst>
                    <a:ext uri="{9D8B030D-6E8A-4147-A177-3AD203B41FA5}">
                      <a16:colId xmlns:a16="http://schemas.microsoft.com/office/drawing/2014/main" val="41837585"/>
                    </a:ext>
                  </a:extLst>
                </a:gridCol>
              </a:tblGrid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Brute force </a:t>
                      </a: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DLP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2000" kern="0" cap="all" spc="75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Candidati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Rezultat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091082106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32 biți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~1,07 * 10^9</a:t>
                      </a:r>
                      <a:endParaRPr lang="ro-RO" sz="2000" kern="100" dirty="0"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744M încercări (319s)</a:t>
                      </a:r>
                      <a:endParaRPr lang="ro-RO" sz="2000" kern="100" dirty="0"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518799604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64 biți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~4,6 * 10^18</a:t>
                      </a:r>
                      <a:endParaRPr lang="ro-RO" sz="2000" kern="100" dirty="0"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Timeout 1200s</a:t>
                      </a:r>
                      <a:endParaRPr lang="ro-RO" sz="2000" kern="100" dirty="0"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21428847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2048 biți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~5,87 * 10^153</a:t>
                      </a:r>
                      <a:endParaRPr lang="ro-RO" sz="2000" kern="100" dirty="0"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Nefezabil</a:t>
                      </a:r>
                      <a:endParaRPr lang="ro-RO" sz="2000" kern="100" dirty="0"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77798659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62BC6D0-76FE-75AF-BC88-BC0ADB484A29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12/1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887340D-1EAF-7593-77A0-4F81AD07EAE4}"/>
              </a:ext>
            </a:extLst>
          </p:cNvPr>
          <p:cNvSpPr txBox="1">
            <a:spLocks/>
          </p:cNvSpPr>
          <p:nvPr/>
        </p:nvSpPr>
        <p:spPr>
          <a:xfrm>
            <a:off x="465681" y="190100"/>
            <a:ext cx="351235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4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Validare</a:t>
            </a:r>
            <a:r>
              <a:rPr lang="en-US" sz="4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 </a:t>
            </a:r>
            <a:r>
              <a:rPr lang="en-US" sz="4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si</a:t>
            </a:r>
            <a:r>
              <a:rPr lang="en-US" sz="4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 </a:t>
            </a:r>
            <a:r>
              <a:rPr lang="en-US" sz="4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testare</a:t>
            </a:r>
            <a:endParaRPr lang="en-US" sz="4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14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6">
            <a:extLst>
              <a:ext uri="{FF2B5EF4-FFF2-40B4-BE49-F238E27FC236}">
                <a16:creationId xmlns:a16="http://schemas.microsoft.com/office/drawing/2014/main" id="{25634E24-599A-DF64-6D4B-ED204B50B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50730" y="403824"/>
            <a:ext cx="4714954" cy="1472395"/>
          </a:xfrm>
        </p:spPr>
        <p:txBody>
          <a:bodyPr>
            <a:noAutofit/>
          </a:bodyPr>
          <a:lstStyle/>
          <a:p>
            <a:pPr algn="ctr"/>
            <a:r>
              <a:rPr lang="en-US" sz="4200" dirty="0" err="1">
                <a:latin typeface="Segoe UI" panose="020B0502040204020203" pitchFamily="34" charset="0"/>
                <a:cs typeface="Segoe UI" panose="020B0502040204020203" pitchFamily="34" charset="0"/>
              </a:rPr>
              <a:t>Evaluare</a:t>
            </a:r>
            <a:r>
              <a:rPr lang="en-US" sz="42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4200" dirty="0" err="1">
                <a:latin typeface="Segoe UI" panose="020B0502040204020203" pitchFamily="34" charset="0"/>
                <a:cs typeface="Segoe UI" panose="020B0502040204020203" pitchFamily="34" charset="0"/>
              </a:rPr>
              <a:t>performanta</a:t>
            </a:r>
            <a:r>
              <a:rPr lang="en-US" sz="42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534EBB-91D9-7712-BEE8-9D69FCAEC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39878" y="2183182"/>
            <a:ext cx="4448144" cy="361502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83C36F-09C6-A1B7-AC45-F732834147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9080981"/>
              </p:ext>
            </p:extLst>
          </p:nvPr>
        </p:nvGraphicFramePr>
        <p:xfrm>
          <a:off x="4419656" y="96860"/>
          <a:ext cx="7664100" cy="641792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22976">
                  <a:extLst>
                    <a:ext uri="{9D8B030D-6E8A-4147-A177-3AD203B41FA5}">
                      <a16:colId xmlns:a16="http://schemas.microsoft.com/office/drawing/2014/main" val="1158037151"/>
                    </a:ext>
                  </a:extLst>
                </a:gridCol>
                <a:gridCol w="1307507">
                  <a:extLst>
                    <a:ext uri="{9D8B030D-6E8A-4147-A177-3AD203B41FA5}">
                      <a16:colId xmlns:a16="http://schemas.microsoft.com/office/drawing/2014/main" val="2067992008"/>
                    </a:ext>
                  </a:extLst>
                </a:gridCol>
                <a:gridCol w="1170773">
                  <a:extLst>
                    <a:ext uri="{9D8B030D-6E8A-4147-A177-3AD203B41FA5}">
                      <a16:colId xmlns:a16="http://schemas.microsoft.com/office/drawing/2014/main" val="2241526527"/>
                    </a:ext>
                  </a:extLst>
                </a:gridCol>
                <a:gridCol w="1330024">
                  <a:extLst>
                    <a:ext uri="{9D8B030D-6E8A-4147-A177-3AD203B41FA5}">
                      <a16:colId xmlns:a16="http://schemas.microsoft.com/office/drawing/2014/main" val="4072668120"/>
                    </a:ext>
                  </a:extLst>
                </a:gridCol>
                <a:gridCol w="1532820">
                  <a:extLst>
                    <a:ext uri="{9D8B030D-6E8A-4147-A177-3AD203B41FA5}">
                      <a16:colId xmlns:a16="http://schemas.microsoft.com/office/drawing/2014/main" val="3081730017"/>
                    </a:ext>
                  </a:extLst>
                </a:gridCol>
              </a:tblGrid>
              <a:tr h="10295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Operație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Medie</a:t>
                      </a:r>
                      <a:endParaRPr lang="en-US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US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Min</a:t>
                      </a:r>
                      <a:endParaRPr lang="en-US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Max</a:t>
                      </a:r>
                      <a:endParaRPr lang="en-US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600" b="1" cap="all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Stddev</a:t>
                      </a:r>
                      <a:endParaRPr lang="en-US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014874848"/>
                  </a:ext>
                </a:extLst>
              </a:tr>
              <a:tr h="572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60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y = </a:t>
                      </a:r>
                      <a:r>
                        <a:rPr lang="en-US" sz="260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</a:t>
                      </a:r>
                      <a:r>
                        <a:rPr lang="en-US" sz="2600" b="1" baseline="400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x</a:t>
                      </a:r>
                      <a:r>
                        <a:rPr lang="es-ES" sz="260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mod P </a:t>
                      </a:r>
                      <a:endParaRPr lang="ro-RO" sz="2600" b="1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15.65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14.37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19.86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1.06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854107726"/>
                  </a:ext>
                </a:extLst>
              </a:tr>
              <a:tr h="5383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Generare</a:t>
                      </a:r>
                      <a:r>
                        <a:rPr lang="en-US" sz="2600" b="1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2600" b="1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solutie</a:t>
                      </a:r>
                      <a:r>
                        <a:rPr lang="en-US" sz="2600" b="1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: (s)</a:t>
                      </a:r>
                      <a:endParaRPr lang="ro-RO" sz="2600" b="1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0.009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0.009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0.01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0.0003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248833646"/>
                  </a:ext>
                </a:extLst>
              </a:tr>
              <a:tr h="7226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Validare apartenență subgrup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17.15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15.74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19.89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0.96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27314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Legare de sesiune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0.020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</a:t>
                      </a: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01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9051685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Generare provocare (c)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</a:t>
                      </a: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</a:t>
                      </a: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09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</a:t>
                      </a: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03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604827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</a:t>
                      </a:r>
                      <a:r>
                        <a:rPr lang="en-US" sz="2600" b="1" baseline="4000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</a:t>
                      </a:r>
                      <a:r>
                        <a:rPr lang="ro-RO" sz="2600" b="1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 ≡ t * </a:t>
                      </a:r>
                      <a:r>
                        <a:rPr lang="en-US" sz="2600" b="1" kern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y</a:t>
                      </a:r>
                      <a:r>
                        <a:rPr lang="en-US" sz="2600" b="1" kern="0" baseline="4000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c</a:t>
                      </a:r>
                      <a:r>
                        <a:rPr lang="en-US" sz="2600" b="1" baseline="400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ro-RO" sz="2600" b="1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 (mod P)</a:t>
                      </a:r>
                      <a:endParaRPr lang="ro-RO" sz="2600" b="1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33</a:t>
                      </a: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.</a:t>
                      </a: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31.68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37.7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1.31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78625681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081652E-19AE-DAAC-BDBC-9A47ECD5265C}"/>
              </a:ext>
            </a:extLst>
          </p:cNvPr>
          <p:cNvSpPr txBox="1"/>
          <p:nvPr/>
        </p:nvSpPr>
        <p:spPr>
          <a:xfrm>
            <a:off x="606791" y="2831356"/>
            <a:ext cx="3290091" cy="779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 de 2048 </a:t>
            </a:r>
            <a:r>
              <a:rPr lang="en-US" sz="20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biti</a:t>
            </a:r>
            <a:r>
              <a:rPr lang="en-US" sz="2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recomandare</a:t>
            </a:r>
            <a:r>
              <a:rPr lang="en-US" sz="2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NIST)</a:t>
            </a:r>
            <a:endParaRPr lang="ro-RO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3FB25-81F2-2BD7-2FE3-AD221D941441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13/1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782136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D54101-B646-EA93-5F4A-B9708544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7979" y="2152776"/>
            <a:ext cx="4627218" cy="361502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9E41EE5-1AC4-6C6C-E143-895CCDDF7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2238480"/>
              </p:ext>
            </p:extLst>
          </p:nvPr>
        </p:nvGraphicFramePr>
        <p:xfrm>
          <a:off x="4909080" y="403824"/>
          <a:ext cx="6962490" cy="20660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52458">
                  <a:extLst>
                    <a:ext uri="{9D8B030D-6E8A-4147-A177-3AD203B41FA5}">
                      <a16:colId xmlns:a16="http://schemas.microsoft.com/office/drawing/2014/main" val="611621273"/>
                    </a:ext>
                  </a:extLst>
                </a:gridCol>
                <a:gridCol w="1832538">
                  <a:extLst>
                    <a:ext uri="{9D8B030D-6E8A-4147-A177-3AD203B41FA5}">
                      <a16:colId xmlns:a16="http://schemas.microsoft.com/office/drawing/2014/main" val="2891597447"/>
                    </a:ext>
                  </a:extLst>
                </a:gridCol>
                <a:gridCol w="1392498">
                  <a:extLst>
                    <a:ext uri="{9D8B030D-6E8A-4147-A177-3AD203B41FA5}">
                      <a16:colId xmlns:a16="http://schemas.microsoft.com/office/drawing/2014/main" val="3682109628"/>
                    </a:ext>
                  </a:extLst>
                </a:gridCol>
                <a:gridCol w="1392498">
                  <a:extLst>
                    <a:ext uri="{9D8B030D-6E8A-4147-A177-3AD203B41FA5}">
                      <a16:colId xmlns:a16="http://schemas.microsoft.com/office/drawing/2014/main" val="648754584"/>
                    </a:ext>
                  </a:extLst>
                </a:gridCol>
                <a:gridCol w="1392498">
                  <a:extLst>
                    <a:ext uri="{9D8B030D-6E8A-4147-A177-3AD203B41FA5}">
                      <a16:colId xmlns:a16="http://schemas.microsoft.com/office/drawing/2014/main" val="2657305894"/>
                    </a:ext>
                  </a:extLst>
                </a:gridCol>
              </a:tblGrid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2000" kern="0" cap="all" spc="75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Useri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Schnorr Pow</a:t>
                      </a: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(RPS)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PKCE (RPS)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Simple (RPS)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Authlib (RPS)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194965959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19,61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464,82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440,26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489,10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82306444"/>
                  </a:ext>
                </a:extLst>
              </a:tr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50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18,10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465,68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463,45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481,65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912908747"/>
                  </a:ext>
                </a:extLst>
              </a:tr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100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17,47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458,06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467,56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505,24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659811744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3113A1-9079-E119-3862-CE8673AF5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097950"/>
              </p:ext>
            </p:extLst>
          </p:nvPr>
        </p:nvGraphicFramePr>
        <p:xfrm>
          <a:off x="142162" y="3362867"/>
          <a:ext cx="6516547" cy="29611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85408">
                  <a:extLst>
                    <a:ext uri="{9D8B030D-6E8A-4147-A177-3AD203B41FA5}">
                      <a16:colId xmlns:a16="http://schemas.microsoft.com/office/drawing/2014/main" val="1158037151"/>
                    </a:ext>
                  </a:extLst>
                </a:gridCol>
                <a:gridCol w="969107">
                  <a:extLst>
                    <a:ext uri="{9D8B030D-6E8A-4147-A177-3AD203B41FA5}">
                      <a16:colId xmlns:a16="http://schemas.microsoft.com/office/drawing/2014/main" val="2067992008"/>
                    </a:ext>
                  </a:extLst>
                </a:gridCol>
                <a:gridCol w="845890">
                  <a:extLst>
                    <a:ext uri="{9D8B030D-6E8A-4147-A177-3AD203B41FA5}">
                      <a16:colId xmlns:a16="http://schemas.microsoft.com/office/drawing/2014/main" val="2241526527"/>
                    </a:ext>
                  </a:extLst>
                </a:gridCol>
                <a:gridCol w="1095290">
                  <a:extLst>
                    <a:ext uri="{9D8B030D-6E8A-4147-A177-3AD203B41FA5}">
                      <a16:colId xmlns:a16="http://schemas.microsoft.com/office/drawing/2014/main" val="4072668120"/>
                    </a:ext>
                  </a:extLst>
                </a:gridCol>
                <a:gridCol w="1020852">
                  <a:extLst>
                    <a:ext uri="{9D8B030D-6E8A-4147-A177-3AD203B41FA5}">
                      <a16:colId xmlns:a16="http://schemas.microsoft.com/office/drawing/2014/main" val="3081730017"/>
                    </a:ext>
                  </a:extLst>
                </a:gridCol>
              </a:tblGrid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Protocol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Medie (ms)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Min(ms)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Max</a:t>
                      </a:r>
                      <a:r>
                        <a:rPr lang="en-US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P95</a:t>
                      </a:r>
                      <a:r>
                        <a:rPr lang="en-US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014874848"/>
                  </a:ext>
                </a:extLst>
              </a:tr>
              <a:tr h="4692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Schnorr Pow</a:t>
                      </a: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(commit + verify)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64,76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59,24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85,98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78,71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27314335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OAuth2 PKCE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2,23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1,81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22,21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1,58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905168519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OAuth2 Simple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2,19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1,82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14,23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2,72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604827717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Authlib PKCE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0,79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0,71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1,68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0,95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78625681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873E1F2-9D39-0CF7-B4FB-9C17D2639CC1}"/>
              </a:ext>
            </a:extLst>
          </p:cNvPr>
          <p:cNvSpPr txBox="1"/>
          <p:nvPr/>
        </p:nvSpPr>
        <p:spPr>
          <a:xfrm>
            <a:off x="884979" y="2941805"/>
            <a:ext cx="35170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E2E pe 100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iteratii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secventiale</a:t>
            </a:r>
            <a:endParaRPr lang="ro-RO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8C67A-63BB-2730-B75B-958BC8B301B8}"/>
              </a:ext>
            </a:extLst>
          </p:cNvPr>
          <p:cNvSpPr txBox="1"/>
          <p:nvPr/>
        </p:nvSpPr>
        <p:spPr>
          <a:xfrm>
            <a:off x="6818922" y="2564137"/>
            <a:ext cx="3764172" cy="3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Debit concurent (Locust, 8 fire, 60s)</a:t>
            </a:r>
            <a:endParaRPr lang="ro-RO" sz="28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E7A69C-6A80-FC98-A7D3-E4B0AB48BBAB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14/1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BCDB9B56-5237-9C61-EEF6-7470EE002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50730" y="403824"/>
            <a:ext cx="4714954" cy="1472395"/>
          </a:xfrm>
        </p:spPr>
        <p:txBody>
          <a:bodyPr>
            <a:noAutofit/>
          </a:bodyPr>
          <a:lstStyle/>
          <a:p>
            <a:pPr algn="ctr"/>
            <a:r>
              <a:rPr lang="en-US" sz="4200" dirty="0" err="1">
                <a:latin typeface="Segoe UI" panose="020B0502040204020203" pitchFamily="34" charset="0"/>
                <a:cs typeface="Segoe UI" panose="020B0502040204020203" pitchFamily="34" charset="0"/>
              </a:rPr>
              <a:t>Evaluare</a:t>
            </a:r>
            <a:r>
              <a:rPr lang="en-US" sz="42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4200" dirty="0" err="1">
                <a:latin typeface="Segoe UI" panose="020B0502040204020203" pitchFamily="34" charset="0"/>
                <a:cs typeface="Segoe UI" panose="020B0502040204020203" pitchFamily="34" charset="0"/>
              </a:rPr>
              <a:t>performanta</a:t>
            </a:r>
            <a:r>
              <a:rPr lang="en-US" sz="42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56029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98ABD6D-25A0-88D4-6888-254C7D126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338564" y="2151160"/>
            <a:ext cx="4627218" cy="3615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89C3E1-BBDD-8C9D-3405-5FE288F26BF5}"/>
              </a:ext>
            </a:extLst>
          </p:cNvPr>
          <p:cNvSpPr txBox="1"/>
          <p:nvPr/>
        </p:nvSpPr>
        <p:spPr>
          <a:xfrm>
            <a:off x="6526333" y="997411"/>
            <a:ext cx="5476613" cy="415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100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iteratii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secventiale</a:t>
            </a:r>
            <a:endParaRPr lang="ro-RO" sz="2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953D487-3753-E7DE-A9C4-5F38D6D43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570058"/>
              </p:ext>
            </p:extLst>
          </p:nvPr>
        </p:nvGraphicFramePr>
        <p:xfrm>
          <a:off x="5244266" y="1432748"/>
          <a:ext cx="6028056" cy="297065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14560">
                  <a:extLst>
                    <a:ext uri="{9D8B030D-6E8A-4147-A177-3AD203B41FA5}">
                      <a16:colId xmlns:a16="http://schemas.microsoft.com/office/drawing/2014/main" val="603809195"/>
                    </a:ext>
                  </a:extLst>
                </a:gridCol>
                <a:gridCol w="1199468">
                  <a:extLst>
                    <a:ext uri="{9D8B030D-6E8A-4147-A177-3AD203B41FA5}">
                      <a16:colId xmlns:a16="http://schemas.microsoft.com/office/drawing/2014/main" val="3257886713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695585944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3263260983"/>
                    </a:ext>
                  </a:extLst>
                </a:gridCol>
              </a:tblGrid>
              <a:tr h="58055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Protocol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Înreg. (ms)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Autentif</a:t>
                      </a: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. (ms)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Total (ms)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300694724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Schnorr-Pow 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15,783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139,833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155,911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137808601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SRP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1,204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41,061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42,265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848366449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Schnorr-EC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4,005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34,093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38,090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159814418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Schnorr</a:t>
                      </a: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-EC-C-</a:t>
                      </a:r>
                      <a:r>
                        <a:rPr lang="ro-RO" sz="2000" kern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Lib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0,071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9,447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9,510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65107111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6BAFAF1-74E9-4CB2-443A-AF4FCB6DA66D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15/1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sp>
        <p:nvSpPr>
          <p:cNvPr id="9" name="Title 6">
            <a:extLst>
              <a:ext uri="{FF2B5EF4-FFF2-40B4-BE49-F238E27FC236}">
                <a16:creationId xmlns:a16="http://schemas.microsoft.com/office/drawing/2014/main" id="{9019A0CB-3630-551C-6B4C-8F61BCB2A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50730" y="403824"/>
            <a:ext cx="4714954" cy="1472395"/>
          </a:xfrm>
        </p:spPr>
        <p:txBody>
          <a:bodyPr>
            <a:noAutofit/>
          </a:bodyPr>
          <a:lstStyle/>
          <a:p>
            <a:pPr algn="ctr"/>
            <a:r>
              <a:rPr lang="en-US" sz="4200" dirty="0" err="1">
                <a:latin typeface="Segoe UI" panose="020B0502040204020203" pitchFamily="34" charset="0"/>
                <a:cs typeface="Segoe UI" panose="020B0502040204020203" pitchFamily="34" charset="0"/>
              </a:rPr>
              <a:t>Evaluare</a:t>
            </a:r>
            <a:r>
              <a:rPr lang="en-US" sz="42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4200" dirty="0" err="1">
                <a:latin typeface="Segoe UI" panose="020B0502040204020203" pitchFamily="34" charset="0"/>
                <a:cs typeface="Segoe UI" panose="020B0502040204020203" pitchFamily="34" charset="0"/>
              </a:rPr>
              <a:t>performanta</a:t>
            </a:r>
            <a:r>
              <a:rPr lang="en-US" sz="42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73353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27FF362-FC97-4BF5-949B-D4ADFA26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888549">
            <a:off x="-1059473" y="-1108988"/>
            <a:ext cx="7179830" cy="5226565"/>
          </a:xfrm>
          <a:custGeom>
            <a:avLst/>
            <a:gdLst>
              <a:gd name="connsiteX0" fmla="*/ 5217841 w 7179830"/>
              <a:gd name="connsiteY0" fmla="*/ 464824 h 5226565"/>
              <a:gd name="connsiteX1" fmla="*/ 5222490 w 7179830"/>
              <a:gd name="connsiteY1" fmla="*/ 464289 h 5226565"/>
              <a:gd name="connsiteX2" fmla="*/ 5216768 w 7179830"/>
              <a:gd name="connsiteY2" fmla="*/ 463394 h 5226565"/>
              <a:gd name="connsiteX3" fmla="*/ 5217841 w 7179830"/>
              <a:gd name="connsiteY3" fmla="*/ 464824 h 5226565"/>
              <a:gd name="connsiteX4" fmla="*/ 4945201 w 7179830"/>
              <a:gd name="connsiteY4" fmla="*/ 5226565 h 5226565"/>
              <a:gd name="connsiteX5" fmla="*/ 140449 w 7179830"/>
              <a:gd name="connsiteY5" fmla="*/ 2240811 h 5226565"/>
              <a:gd name="connsiteX6" fmla="*/ 232913 w 7179830"/>
              <a:gd name="connsiteY6" fmla="*/ 2052782 h 5226565"/>
              <a:gd name="connsiteX7" fmla="*/ 375714 w 7179830"/>
              <a:gd name="connsiteY7" fmla="*/ 1803205 h 5226565"/>
              <a:gd name="connsiteX8" fmla="*/ 1512756 w 7179830"/>
              <a:gd name="connsiteY8" fmla="*/ 638448 h 5226565"/>
              <a:gd name="connsiteX9" fmla="*/ 2902095 w 7179830"/>
              <a:gd name="connsiteY9" fmla="*/ 120440 h 5226565"/>
              <a:gd name="connsiteX10" fmla="*/ 2848453 w 7179830"/>
              <a:gd name="connsiteY10" fmla="*/ 125626 h 5226565"/>
              <a:gd name="connsiteX11" fmla="*/ 1837830 w 7179830"/>
              <a:gd name="connsiteY11" fmla="*/ 426203 h 5226565"/>
              <a:gd name="connsiteX12" fmla="*/ 214608 w 7179830"/>
              <a:gd name="connsiteY12" fmla="*/ 1882239 h 5226565"/>
              <a:gd name="connsiteX13" fmla="*/ 91317 w 7179830"/>
              <a:gd name="connsiteY13" fmla="*/ 2123701 h 5226565"/>
              <a:gd name="connsiteX14" fmla="*/ 64092 w 7179830"/>
              <a:gd name="connsiteY14" fmla="*/ 2193361 h 5226565"/>
              <a:gd name="connsiteX15" fmla="*/ 0 w 7179830"/>
              <a:gd name="connsiteY15" fmla="*/ 2153533 h 5226565"/>
              <a:gd name="connsiteX16" fmla="*/ 42834 w 7179830"/>
              <a:gd name="connsiteY16" fmla="*/ 2047277 h 5226565"/>
              <a:gd name="connsiteX17" fmla="*/ 923582 w 7179830"/>
              <a:gd name="connsiteY17" fmla="*/ 915600 h 5226565"/>
              <a:gd name="connsiteX18" fmla="*/ 2686989 w 7179830"/>
              <a:gd name="connsiteY18" fmla="*/ 73950 h 5226565"/>
              <a:gd name="connsiteX19" fmla="*/ 3059983 w 7179830"/>
              <a:gd name="connsiteY19" fmla="*/ 20308 h 5226565"/>
              <a:gd name="connsiteX20" fmla="*/ 3454435 w 7179830"/>
              <a:gd name="connsiteY20" fmla="*/ 1176 h 5226565"/>
              <a:gd name="connsiteX21" fmla="*/ 3923806 w 7179830"/>
              <a:gd name="connsiteY21" fmla="*/ 49990 h 5226565"/>
              <a:gd name="connsiteX22" fmla="*/ 5350874 w 7179830"/>
              <a:gd name="connsiteY22" fmla="*/ 426917 h 5226565"/>
              <a:gd name="connsiteX23" fmla="*/ 6607360 w 7179830"/>
              <a:gd name="connsiteY23" fmla="*/ 1075097 h 5226565"/>
              <a:gd name="connsiteX24" fmla="*/ 7110534 w 7179830"/>
              <a:gd name="connsiteY24" fmla="*/ 1541421 h 5226565"/>
              <a:gd name="connsiteX25" fmla="*/ 7179830 w 7179830"/>
              <a:gd name="connsiteY25" fmla="*/ 1630542 h 5226565"/>
              <a:gd name="connsiteX26" fmla="*/ 7136295 w 7179830"/>
              <a:gd name="connsiteY26" fmla="*/ 1700600 h 5226565"/>
              <a:gd name="connsiteX27" fmla="*/ 7131140 w 7179830"/>
              <a:gd name="connsiteY27" fmla="*/ 1693045 h 5226565"/>
              <a:gd name="connsiteX28" fmla="*/ 6577499 w 7179830"/>
              <a:gd name="connsiteY28" fmla="*/ 1148230 h 5226565"/>
              <a:gd name="connsiteX29" fmla="*/ 5494816 w 7179830"/>
              <a:gd name="connsiteY29" fmla="*/ 563527 h 5226565"/>
              <a:gd name="connsiteX30" fmla="*/ 5366967 w 7179830"/>
              <a:gd name="connsiteY30" fmla="*/ 514176 h 5226565"/>
              <a:gd name="connsiteX31" fmla="*/ 5244661 w 7179830"/>
              <a:gd name="connsiteY31" fmla="*/ 470725 h 5226565"/>
              <a:gd name="connsiteX32" fmla="*/ 5904822 w 7179830"/>
              <a:gd name="connsiteY32" fmla="*/ 815468 h 5226565"/>
              <a:gd name="connsiteX33" fmla="*/ 7015222 w 7179830"/>
              <a:gd name="connsiteY33" fmla="*/ 1815185 h 5226565"/>
              <a:gd name="connsiteX34" fmla="*/ 7040454 w 7179830"/>
              <a:gd name="connsiteY34" fmla="*/ 1854830 h 5226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7179830" h="5226565">
                <a:moveTo>
                  <a:pt x="5217841" y="464824"/>
                </a:moveTo>
                <a:lnTo>
                  <a:pt x="5222490" y="464289"/>
                </a:lnTo>
                <a:lnTo>
                  <a:pt x="5216768" y="463394"/>
                </a:lnTo>
                <a:cubicBezTo>
                  <a:pt x="5216768" y="463394"/>
                  <a:pt x="5216768" y="464646"/>
                  <a:pt x="5217841" y="464824"/>
                </a:cubicBezTo>
                <a:close/>
                <a:moveTo>
                  <a:pt x="4945201" y="5226565"/>
                </a:moveTo>
                <a:lnTo>
                  <a:pt x="140449" y="2240811"/>
                </a:lnTo>
                <a:lnTo>
                  <a:pt x="232913" y="2052782"/>
                </a:lnTo>
                <a:cubicBezTo>
                  <a:pt x="277693" y="1968290"/>
                  <a:pt x="325201" y="1885054"/>
                  <a:pt x="375714" y="1803205"/>
                </a:cubicBezTo>
                <a:cubicBezTo>
                  <a:pt x="667528" y="1329721"/>
                  <a:pt x="1039629" y="935091"/>
                  <a:pt x="1512756" y="638448"/>
                </a:cubicBezTo>
                <a:cubicBezTo>
                  <a:pt x="1939392" y="370950"/>
                  <a:pt x="2405724" y="210560"/>
                  <a:pt x="2902095" y="120440"/>
                </a:cubicBezTo>
                <a:cubicBezTo>
                  <a:pt x="2884054" y="118134"/>
                  <a:pt x="2865727" y="119904"/>
                  <a:pt x="2848453" y="125626"/>
                </a:cubicBezTo>
                <a:cubicBezTo>
                  <a:pt x="2498704" y="175943"/>
                  <a:pt x="2158217" y="277201"/>
                  <a:pt x="1837830" y="426203"/>
                </a:cubicBezTo>
                <a:cubicBezTo>
                  <a:pt x="1147094" y="744660"/>
                  <a:pt x="593502" y="1217071"/>
                  <a:pt x="214608" y="1882239"/>
                </a:cubicBezTo>
                <a:cubicBezTo>
                  <a:pt x="169441" y="1960776"/>
                  <a:pt x="128308" y="2041369"/>
                  <a:pt x="91317" y="2123701"/>
                </a:cubicBezTo>
                <a:lnTo>
                  <a:pt x="64092" y="2193361"/>
                </a:lnTo>
                <a:lnTo>
                  <a:pt x="0" y="2153533"/>
                </a:lnTo>
                <a:lnTo>
                  <a:pt x="42834" y="2047277"/>
                </a:lnTo>
                <a:cubicBezTo>
                  <a:pt x="241792" y="1615775"/>
                  <a:pt x="541268" y="1241591"/>
                  <a:pt x="923582" y="915600"/>
                </a:cubicBezTo>
                <a:cubicBezTo>
                  <a:pt x="1435331" y="478415"/>
                  <a:pt x="2028081" y="205375"/>
                  <a:pt x="2686989" y="73950"/>
                </a:cubicBezTo>
                <a:cubicBezTo>
                  <a:pt x="2810367" y="49274"/>
                  <a:pt x="2934818" y="32466"/>
                  <a:pt x="3059983" y="20308"/>
                </a:cubicBezTo>
                <a:cubicBezTo>
                  <a:pt x="3185149" y="8148"/>
                  <a:pt x="3308706" y="2963"/>
                  <a:pt x="3454435" y="1176"/>
                </a:cubicBezTo>
                <a:cubicBezTo>
                  <a:pt x="3599805" y="-5977"/>
                  <a:pt x="3761985" y="20665"/>
                  <a:pt x="3923806" y="49990"/>
                </a:cubicBezTo>
                <a:cubicBezTo>
                  <a:pt x="4409449" y="137964"/>
                  <a:pt x="4886867" y="257228"/>
                  <a:pt x="5350874" y="426917"/>
                </a:cubicBezTo>
                <a:cubicBezTo>
                  <a:pt x="5797001" y="589991"/>
                  <a:pt x="6223101" y="792223"/>
                  <a:pt x="6607360" y="1075097"/>
                </a:cubicBezTo>
                <a:cubicBezTo>
                  <a:pt x="6794438" y="1212779"/>
                  <a:pt x="6965102" y="1365689"/>
                  <a:pt x="7110534" y="1541421"/>
                </a:cubicBezTo>
                <a:lnTo>
                  <a:pt x="7179830" y="1630542"/>
                </a:lnTo>
                <a:lnTo>
                  <a:pt x="7136295" y="1700600"/>
                </a:lnTo>
                <a:lnTo>
                  <a:pt x="7131140" y="1693045"/>
                </a:lnTo>
                <a:cubicBezTo>
                  <a:pt x="6977874" y="1483026"/>
                  <a:pt x="6788448" y="1305671"/>
                  <a:pt x="6577499" y="1148230"/>
                </a:cubicBezTo>
                <a:cubicBezTo>
                  <a:pt x="6245452" y="900401"/>
                  <a:pt x="5878538" y="716408"/>
                  <a:pt x="5494816" y="563527"/>
                </a:cubicBezTo>
                <a:cubicBezTo>
                  <a:pt x="5452491" y="546487"/>
                  <a:pt x="5409881" y="530036"/>
                  <a:pt x="5366967" y="514176"/>
                </a:cubicBezTo>
                <a:cubicBezTo>
                  <a:pt x="5326377" y="499156"/>
                  <a:pt x="5285430" y="485210"/>
                  <a:pt x="5244661" y="470725"/>
                </a:cubicBezTo>
                <a:cubicBezTo>
                  <a:pt x="5471517" y="572127"/>
                  <a:pt x="5691970" y="687263"/>
                  <a:pt x="5904822" y="815468"/>
                </a:cubicBezTo>
                <a:cubicBezTo>
                  <a:pt x="6336645" y="1080104"/>
                  <a:pt x="6718758" y="1400351"/>
                  <a:pt x="7015222" y="1815185"/>
                </a:cubicBezTo>
                <a:lnTo>
                  <a:pt x="7040454" y="185483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BCDF373-B5D6-4F86-8E13-9DB224014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758" y="1154057"/>
            <a:ext cx="2966825" cy="113917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Concluzii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B69713-AC63-CC26-1A62-CC91AE460347}"/>
              </a:ext>
            </a:extLst>
          </p:cNvPr>
          <p:cNvSpPr txBox="1"/>
          <p:nvPr/>
        </p:nvSpPr>
        <p:spPr>
          <a:xfrm>
            <a:off x="5275184" y="1319793"/>
            <a:ext cx="6834207" cy="5344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Se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poate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folosi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Schnorr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intr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-un protocol de tip Open Authorization</a:t>
            </a:r>
            <a:r>
              <a:rPr lang="en-US" sz="26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, </a:t>
            </a:r>
            <a:r>
              <a:rPr lang="en-US" sz="26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reducand</a:t>
            </a:r>
            <a:r>
              <a:rPr lang="en-US" sz="26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26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expunerea</a:t>
            </a:r>
            <a:r>
              <a:rPr lang="en-US" sz="26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26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crentialelor</a:t>
            </a:r>
            <a:endParaRPr lang="en-US" sz="2600" kern="0" dirty="0"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O </a:t>
            </a:r>
            <a:r>
              <a:rPr lang="en-US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implementare</a:t>
            </a:r>
            <a:r>
              <a:rPr lang="en-US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ZKP </a:t>
            </a:r>
            <a:r>
              <a:rPr lang="en-US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anuleaz</a:t>
            </a:r>
            <a:r>
              <a:rPr lang="ro-RO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ă</a:t>
            </a:r>
            <a:r>
              <a:rPr lang="en-US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o </a:t>
            </a:r>
            <a:r>
              <a:rPr lang="en-US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bre</a:t>
            </a:r>
            <a:r>
              <a:rPr lang="ro-RO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șă</a:t>
            </a:r>
            <a:r>
              <a:rPr lang="en-US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a </a:t>
            </a:r>
            <a:r>
              <a:rPr lang="en-US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bazei</a:t>
            </a:r>
            <a:r>
              <a:rPr lang="en-US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de date, </a:t>
            </a:r>
            <a:r>
              <a:rPr lang="en-US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sau</a:t>
            </a:r>
            <a:r>
              <a:rPr lang="en-US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o </a:t>
            </a:r>
            <a:r>
              <a:rPr lang="en-US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exfiltrare</a:t>
            </a:r>
            <a:r>
              <a:rPr lang="en-US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a </a:t>
            </a:r>
            <a:r>
              <a:rPr lang="en-US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datelor</a:t>
            </a:r>
            <a:r>
              <a:rPr lang="en-US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prin</a:t>
            </a:r>
            <a:r>
              <a:rPr lang="en-US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folosirea</a:t>
            </a:r>
            <a:r>
              <a:rPr lang="en-US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de </a:t>
            </a:r>
            <a:r>
              <a:rPr lang="en-US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valori</a:t>
            </a:r>
            <a:r>
              <a:rPr lang="en-US" sz="2600" kern="0" dirty="0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2600" kern="0" dirty="0" err="1"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efemere</a:t>
            </a:r>
            <a:endParaRPr lang="en-US" sz="2600" kern="0" dirty="0">
              <a:effectLst/>
              <a:latin typeface="Segoe UI" panose="020B0502040204020203" pitchFamily="34" charset="0"/>
              <a:ea typeface="Times New Roman" panose="02020603050405020304" pitchFamily="18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Limitări: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laten</a:t>
            </a:r>
            <a:r>
              <a:rPr lang="ro-RO" sz="26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ța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, </a:t>
            </a:r>
            <a:r>
              <a:rPr lang="ro-RO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lipsă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verificare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browser</a:t>
            </a:r>
            <a:endParaRPr lang="ro-RO" sz="26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Potential de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dezvoltare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prin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folosirea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EC, C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sau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adaugarea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altor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metode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de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intarire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a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securitatii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precum PQC </a:t>
            </a:r>
            <a:r>
              <a:rPr lang="en-US" sz="26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si</a:t>
            </a:r>
            <a:r>
              <a:rPr lang="en-US" sz="26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OAuth2.0+Schnorr</a:t>
            </a:r>
            <a:endParaRPr lang="ro-RO" sz="26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8B1C31-D803-563C-ED1B-EA828A3A31F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65165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747CC944-FBEB-3F58-4C77-C8D1261E59D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006498" y="2075056"/>
            <a:ext cx="9844602" cy="3629596"/>
          </a:xfrm>
        </p:spPr>
        <p:txBody>
          <a:bodyPr>
            <a:noAutofit/>
          </a:bodyPr>
          <a:lstStyle/>
          <a:p>
            <a:r>
              <a:rPr lang="ro-RO" sz="2500" dirty="0">
                <a:latin typeface="Segoe UI" panose="020B0502040204020203" pitchFamily="34" charset="0"/>
                <a:cs typeface="Segoe UI" panose="020B0502040204020203" pitchFamily="34" charset="0"/>
              </a:rPr>
              <a:t>[9] S. Goldwasser, S. Micali, C. Rackoff, "The Knowledge Complexity of Interactive Proof Systems," SIAM J. Computing, 1989. </a:t>
            </a:r>
            <a:endParaRPr lang="en-US" sz="25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sz="2500" dirty="0">
                <a:latin typeface="Segoe UI" panose="020B0502040204020203" pitchFamily="34" charset="0"/>
                <a:cs typeface="Segoe UI" panose="020B0502040204020203" pitchFamily="34" charset="0"/>
              </a:rPr>
              <a:t>[16] C.P. Schnorr, "Efficient Signature Generation by Smart Cards," J. Cryptology, 1991. </a:t>
            </a:r>
            <a:endParaRPr lang="en-US" sz="25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ro-RO" sz="2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1858659" y="437848"/>
            <a:ext cx="8474681" cy="91089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90000"/>
              </a:lnSpc>
            </a:pPr>
            <a:r>
              <a:rPr lang="en-US" sz="4400" dirty="0" err="1">
                <a:latin typeface="Segoe UI" panose="020B0502040204020203" pitchFamily="34" charset="0"/>
                <a:cs typeface="Segoe UI" panose="020B0502040204020203" pitchFamily="34" charset="0"/>
              </a:rPr>
              <a:t>Bibliografie</a:t>
            </a:r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4400" dirty="0" err="1">
                <a:latin typeface="Segoe UI" panose="020B0502040204020203" pitchFamily="34" charset="0"/>
                <a:cs typeface="Segoe UI" panose="020B0502040204020203" pitchFamily="34" charset="0"/>
              </a:rPr>
              <a:t>Selectiv</a:t>
            </a:r>
            <a:r>
              <a:rPr lang="ro-RO" sz="4400" dirty="0"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endParaRPr lang="en-US" sz="4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FCEC76-7450-08D8-0DE9-F9A94A78658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7344CC-1879-AC4F-E867-1154AD69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210377" y="1418026"/>
            <a:ext cx="11873376" cy="361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953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5BB92-813C-4042-B316-05BBE4D46B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1820" y="1016000"/>
            <a:ext cx="6060306" cy="2924048"/>
          </a:xfrm>
        </p:spPr>
        <p:txBody>
          <a:bodyPr/>
          <a:lstStyle/>
          <a:p>
            <a:r>
              <a:rPr lang="en-US" sz="5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VĂ MULȚUMESC PENTRU ATENȚIE!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5E4E14-51FA-C07B-F210-196EE0ABA11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51942242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yVTI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yVTI" id="{A6D2C935-A6E4-4DD9-BCC5-5AE2504DB8EA}" vid="{F0754072-50B6-4C01-B911-67246C9F58D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5A595FF-F2D2-434C-A89B-B6A4364C47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2AD9EFA-E074-4C2F-8F25-BF862B8AB684}">
  <ds:schemaRefs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16c05727-aa75-4e4a-9b5f-8a80a1165891"/>
    <ds:schemaRef ds:uri="http://purl.org/dc/dcmitype/"/>
    <ds:schemaRef ds:uri="71af3243-3dd4-4a8d-8c0d-dd76da1f02a5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8A49B05-820E-4F16-BCC1-12B2E13002E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e753c2c-bb14-4786-921b-97c6a6fc424f}" enabled="1" method="Standard" siteId="{3bd97919-57c3-48d3-9e9a-8e4c01614a8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1489</Words>
  <Application>Microsoft Office PowerPoint</Application>
  <PresentationFormat>Widescreen</PresentationFormat>
  <Paragraphs>274</Paragraphs>
  <Slides>18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Aptos</vt:lpstr>
      <vt:lpstr>Arial</vt:lpstr>
      <vt:lpstr>Arial Black</vt:lpstr>
      <vt:lpstr>Calibri</vt:lpstr>
      <vt:lpstr>Cambria Math</vt:lpstr>
      <vt:lpstr>Segoe UI</vt:lpstr>
      <vt:lpstr>Symbol</vt:lpstr>
      <vt:lpstr>The Hand Black Mate</vt:lpstr>
      <vt:lpstr>SketchyVTI</vt:lpstr>
      <vt:lpstr>Protocol de autentificare OAuth cu Schnorr ZKP: Securitate fără partajare de secrete</vt:lpstr>
      <vt:lpstr>CUPRINS</vt:lpstr>
      <vt:lpstr>INTRODUCERE</vt:lpstr>
      <vt:lpstr>TEHNOLOGII</vt:lpstr>
      <vt:lpstr>ARHITECTURA</vt:lpstr>
      <vt:lpstr>Schnorr interactiv</vt:lpstr>
      <vt:lpstr>PowerPoint Presentation</vt:lpstr>
      <vt:lpstr>PowerPoint Presentation</vt:lpstr>
      <vt:lpstr>PowerPoint Presentation</vt:lpstr>
      <vt:lpstr>PowerPoint Presentation</vt:lpstr>
      <vt:lpstr>Proprietăți de securitate</vt:lpstr>
      <vt:lpstr>PowerPoint Presentation</vt:lpstr>
      <vt:lpstr>Evaluare performanta </vt:lpstr>
      <vt:lpstr>Evaluare performanta </vt:lpstr>
      <vt:lpstr>Evaluare performanta </vt:lpstr>
      <vt:lpstr>Concluzii</vt:lpstr>
      <vt:lpstr>PowerPoint Presentation</vt:lpstr>
      <vt:lpstr>VĂ MULȚUMESC PENTRU ATENȚIE!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Sketch</dc:title>
  <dc:creator>Matei .</dc:creator>
  <cp:lastModifiedBy>Matei, Rares02</cp:lastModifiedBy>
  <cp:revision>2153</cp:revision>
  <dcterms:created xsi:type="dcterms:W3CDTF">2024-05-16T18:10:47Z</dcterms:created>
  <dcterms:modified xsi:type="dcterms:W3CDTF">2026-06-24T14:44:35Z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ClassificationContentMarkingFooterLocations">
    <vt:lpwstr>SketchyVTI:8</vt:lpwstr>
  </property>
  <property fmtid="{D5CDD505-2E9C-101B-9397-08002B2CF9AE}" pid="4" name="ClassificationContentMarkingFooterText">
    <vt:lpwstr>Internal</vt:lpwstr>
  </property>
</Properties>
</file>