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notesMasterIdLst>
    <p:notesMasterId r:id="rId23"/>
  </p:notesMasterIdLst>
  <p:handoutMasterIdLst>
    <p:handoutMasterId r:id="rId24"/>
  </p:handoutMasterIdLst>
  <p:sldIdLst>
    <p:sldId id="496" r:id="rId5"/>
    <p:sldId id="497" r:id="rId6"/>
    <p:sldId id="511" r:id="rId7"/>
    <p:sldId id="512" r:id="rId8"/>
    <p:sldId id="510" r:id="rId9"/>
    <p:sldId id="516" r:id="rId10"/>
    <p:sldId id="501" r:id="rId11"/>
    <p:sldId id="507" r:id="rId12"/>
    <p:sldId id="514" r:id="rId13"/>
    <p:sldId id="508" r:id="rId14"/>
    <p:sldId id="519" r:id="rId15"/>
    <p:sldId id="520" r:id="rId16"/>
    <p:sldId id="521" r:id="rId17"/>
    <p:sldId id="515" r:id="rId18"/>
    <p:sldId id="522" r:id="rId19"/>
    <p:sldId id="505" r:id="rId20"/>
    <p:sldId id="518" r:id="rId21"/>
    <p:sldId id="50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4791" autoAdjust="0"/>
  </p:normalViewPr>
  <p:slideViewPr>
    <p:cSldViewPr snapToGrid="0" showGuides="1">
      <p:cViewPr varScale="1">
        <p:scale>
          <a:sx n="90" d="100"/>
          <a:sy n="90" d="100"/>
        </p:scale>
        <p:origin x="102" y="282"/>
      </p:cViewPr>
      <p:guideLst>
        <p:guide orient="horz" pos="19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2333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3BB8D6-27BC-4CD0-978C-8090523D0705}" type="doc">
      <dgm:prSet loTypeId="urn:microsoft.com/office/officeart/2008/layout/LinedList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DCB301B6-A1CC-4E04-931E-2CAECBDF93BF}">
      <dgm:prSet custT="1"/>
      <dgm:spPr/>
      <dgm:t>
        <a:bodyPr/>
        <a:lstStyle/>
        <a:p>
          <a:r>
            <a:rPr lang="en-US" sz="4000" b="0" dirty="0">
              <a:latin typeface="Times New Roman" panose="02020603050405020304" pitchFamily="18" charset="0"/>
              <a:cs typeface="Times New Roman" panose="02020603050405020304" pitchFamily="18" charset="0"/>
            </a:rPr>
            <a:t>Introducere</a:t>
          </a:r>
        </a:p>
      </dgm:t>
    </dgm:pt>
    <dgm:pt modelId="{C179F3CE-E489-4C1C-86D0-B0218C2C182C}" type="parTrans" cxnId="{F048A637-4897-4920-9F41-D58B6B60C7CF}">
      <dgm:prSet/>
      <dgm:spPr/>
      <dgm:t>
        <a:bodyPr/>
        <a:lstStyle/>
        <a:p>
          <a:endParaRPr lang="en-US"/>
        </a:p>
      </dgm:t>
    </dgm:pt>
    <dgm:pt modelId="{22379FF5-8661-4E61-B250-DF4A76537C51}" type="sibTrans" cxnId="{F048A637-4897-4920-9F41-D58B6B60C7CF}">
      <dgm:prSet/>
      <dgm:spPr/>
      <dgm:t>
        <a:bodyPr/>
        <a:lstStyle/>
        <a:p>
          <a:endParaRPr lang="en-US"/>
        </a:p>
      </dgm:t>
    </dgm:pt>
    <dgm:pt modelId="{FFB776E6-23F7-4E85-9B3F-BAD987A2B497}">
      <dgm:prSet custT="1"/>
      <dgm:spPr/>
      <dgm:t>
        <a:bodyPr/>
        <a:lstStyle/>
        <a:p>
          <a:r>
            <a:rPr lang="ro-RO" sz="4000" b="0" dirty="0">
              <a:latin typeface="Times New Roman" panose="02020603050405020304" pitchFamily="18" charset="0"/>
              <a:cs typeface="Times New Roman" panose="02020603050405020304" pitchFamily="18" charset="0"/>
            </a:rPr>
            <a:t>Tehnologii</a:t>
          </a:r>
          <a:endParaRPr lang="en-US" sz="40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082F0D9-2BB2-46E7-A418-458C1C3EAAEB}" type="parTrans" cxnId="{2039271B-4B8A-4875-8465-A633823A4E6E}">
      <dgm:prSet/>
      <dgm:spPr/>
      <dgm:t>
        <a:bodyPr/>
        <a:lstStyle/>
        <a:p>
          <a:endParaRPr lang="en-US"/>
        </a:p>
      </dgm:t>
    </dgm:pt>
    <dgm:pt modelId="{409834EE-169C-4C59-B1A9-A63DFF462395}" type="sibTrans" cxnId="{2039271B-4B8A-4875-8465-A633823A4E6E}">
      <dgm:prSet/>
      <dgm:spPr/>
      <dgm:t>
        <a:bodyPr/>
        <a:lstStyle/>
        <a:p>
          <a:endParaRPr lang="en-US"/>
        </a:p>
      </dgm:t>
    </dgm:pt>
    <dgm:pt modelId="{E899FDE9-8023-4C52-8C9F-5F0317A1A3C0}">
      <dgm:prSet custT="1"/>
      <dgm:spPr/>
      <dgm:t>
        <a:bodyPr/>
        <a:lstStyle/>
        <a:p>
          <a:r>
            <a:rPr lang="en-US" sz="4000" b="0" dirty="0">
              <a:latin typeface="Times New Roman" panose="02020603050405020304" pitchFamily="18" charset="0"/>
              <a:cs typeface="Times New Roman" panose="02020603050405020304" pitchFamily="18" charset="0"/>
            </a:rPr>
            <a:t>A</a:t>
          </a:r>
          <a:r>
            <a:rPr lang="ro-RO" sz="4000" b="0" dirty="0">
              <a:latin typeface="Times New Roman" panose="02020603050405020304" pitchFamily="18" charset="0"/>
              <a:cs typeface="Times New Roman" panose="02020603050405020304" pitchFamily="18" charset="0"/>
            </a:rPr>
            <a:t>r</a:t>
          </a:r>
          <a:r>
            <a:rPr lang="en-US" sz="4000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hitectur</a:t>
          </a:r>
          <a:r>
            <a:rPr lang="ro-RO" sz="4000" b="0" dirty="0">
              <a:latin typeface="Times New Roman" panose="02020603050405020304" pitchFamily="18" charset="0"/>
              <a:cs typeface="Times New Roman" panose="02020603050405020304" pitchFamily="18" charset="0"/>
            </a:rPr>
            <a:t>ă</a:t>
          </a:r>
          <a:endParaRPr lang="en-US" sz="40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946872C-DE66-47EF-98B7-31F770ABDAD5}" type="parTrans" cxnId="{2D720D27-4DEA-437C-8EB5-49FB3E25A81C}">
      <dgm:prSet/>
      <dgm:spPr/>
      <dgm:t>
        <a:bodyPr/>
        <a:lstStyle/>
        <a:p>
          <a:endParaRPr lang="en-US"/>
        </a:p>
      </dgm:t>
    </dgm:pt>
    <dgm:pt modelId="{0C2B48A1-EFF8-4EF2-B762-5D6368039629}" type="sibTrans" cxnId="{2D720D27-4DEA-437C-8EB5-49FB3E25A81C}">
      <dgm:prSet/>
      <dgm:spPr/>
      <dgm:t>
        <a:bodyPr/>
        <a:lstStyle/>
        <a:p>
          <a:endParaRPr lang="en-US"/>
        </a:p>
      </dgm:t>
    </dgm:pt>
    <dgm:pt modelId="{3047A93B-1B86-4D68-8011-B3DC50BD44D3}">
      <dgm:prSet custT="1"/>
      <dgm:spPr/>
      <dgm:t>
        <a:bodyPr/>
        <a:lstStyle/>
        <a:p>
          <a:pPr rtl="0"/>
          <a:r>
            <a:rPr lang="en-US" sz="4000" b="0" dirty="0" err="1">
              <a:latin typeface="Times New Roman" panose="02020603050405020304" pitchFamily="18" charset="0"/>
              <a:ea typeface="Germano" panose="020B0306030504020204" pitchFamily="34" charset="0"/>
              <a:cs typeface="Times New Roman" panose="02020603050405020304" pitchFamily="18" charset="0"/>
            </a:rPr>
            <a:t>Fluxul</a:t>
          </a:r>
          <a:r>
            <a:rPr lang="en-US" sz="4000" b="0" dirty="0">
              <a:latin typeface="Times New Roman" panose="02020603050405020304" pitchFamily="18" charset="0"/>
              <a:ea typeface="Germano" panose="020B0306030504020204" pitchFamily="34" charset="0"/>
              <a:cs typeface="Times New Roman" panose="02020603050405020304" pitchFamily="18" charset="0"/>
            </a:rPr>
            <a:t> de </a:t>
          </a:r>
          <a:r>
            <a:rPr lang="en-US" sz="4000" b="0" dirty="0" err="1">
              <a:latin typeface="Times New Roman" panose="02020603050405020304" pitchFamily="18" charset="0"/>
              <a:ea typeface="Germano" panose="020B0306030504020204" pitchFamily="34" charset="0"/>
              <a:cs typeface="Times New Roman" panose="02020603050405020304" pitchFamily="18" charset="0"/>
            </a:rPr>
            <a:t>autentificare</a:t>
          </a:r>
          <a:r>
            <a:rPr lang="en-US" sz="4000" b="0" dirty="0">
              <a:latin typeface="Times New Roman" panose="02020603050405020304" pitchFamily="18" charset="0"/>
              <a:ea typeface="Germano" panose="020B0306030504020204" pitchFamily="34" charset="0"/>
              <a:cs typeface="Times New Roman" panose="02020603050405020304" pitchFamily="18" charset="0"/>
            </a:rPr>
            <a:t>	</a:t>
          </a:r>
        </a:p>
      </dgm:t>
    </dgm:pt>
    <dgm:pt modelId="{D2512F0C-91D8-40BF-A285-05C398EF3CF3}" type="parTrans" cxnId="{B494A953-EE28-41C8-A01F-0735B6622ED1}">
      <dgm:prSet/>
      <dgm:spPr/>
      <dgm:t>
        <a:bodyPr/>
        <a:lstStyle/>
        <a:p>
          <a:endParaRPr lang="en-US"/>
        </a:p>
      </dgm:t>
    </dgm:pt>
    <dgm:pt modelId="{BE6B2831-1CF5-4741-A01D-92BF807DB945}" type="sibTrans" cxnId="{B494A953-EE28-41C8-A01F-0735B6622ED1}">
      <dgm:prSet/>
      <dgm:spPr/>
      <dgm:t>
        <a:bodyPr/>
        <a:lstStyle/>
        <a:p>
          <a:endParaRPr lang="en-US"/>
        </a:p>
      </dgm:t>
    </dgm:pt>
    <dgm:pt modelId="{53B103D6-7B09-43A1-9AE8-4A857AE2A627}">
      <dgm:prSet custT="1"/>
      <dgm:spPr/>
      <dgm:t>
        <a:bodyPr/>
        <a:lstStyle/>
        <a:p>
          <a:pPr rtl="0"/>
          <a:r>
            <a:rPr lang="en-US" sz="4000" b="0" dirty="0" err="1">
              <a:latin typeface="Times New Roman" panose="02020603050405020304" pitchFamily="18" charset="0"/>
              <a:ea typeface="Germano" panose="020B0306030504020204" pitchFamily="34" charset="0"/>
              <a:cs typeface="Times New Roman" panose="02020603050405020304" pitchFamily="18" charset="0"/>
            </a:rPr>
            <a:t>Validare</a:t>
          </a:r>
          <a:r>
            <a:rPr lang="en-US" sz="4000" b="0" dirty="0">
              <a:latin typeface="Times New Roman" panose="02020603050405020304" pitchFamily="18" charset="0"/>
              <a:ea typeface="Germano" panose="020B0306030504020204" pitchFamily="34" charset="0"/>
              <a:cs typeface="Times New Roman" panose="02020603050405020304" pitchFamily="18" charset="0"/>
            </a:rPr>
            <a:t> </a:t>
          </a:r>
          <a:r>
            <a:rPr lang="en-US" sz="4000" b="0" dirty="0" err="1">
              <a:latin typeface="Times New Roman" panose="02020603050405020304" pitchFamily="18" charset="0"/>
              <a:ea typeface="Germano" panose="020B0306030504020204" pitchFamily="34" charset="0"/>
              <a:cs typeface="Times New Roman" panose="02020603050405020304" pitchFamily="18" charset="0"/>
            </a:rPr>
            <a:t>si</a:t>
          </a:r>
          <a:r>
            <a:rPr lang="en-US" sz="4000" b="0" dirty="0">
              <a:latin typeface="Times New Roman" panose="02020603050405020304" pitchFamily="18" charset="0"/>
              <a:ea typeface="Germano" panose="020B0306030504020204" pitchFamily="34" charset="0"/>
              <a:cs typeface="Times New Roman" panose="02020603050405020304" pitchFamily="18" charset="0"/>
            </a:rPr>
            <a:t> </a:t>
          </a:r>
          <a:r>
            <a:rPr lang="en-US" sz="4000" b="0" dirty="0" err="1">
              <a:latin typeface="Times New Roman" panose="02020603050405020304" pitchFamily="18" charset="0"/>
              <a:ea typeface="Germano" panose="020B0306030504020204" pitchFamily="34" charset="0"/>
              <a:cs typeface="Times New Roman" panose="02020603050405020304" pitchFamily="18" charset="0"/>
            </a:rPr>
            <a:t>rezultate</a:t>
          </a:r>
          <a:endParaRPr lang="en-US" sz="4000" b="0" dirty="0">
            <a:latin typeface="Times New Roman" panose="02020603050405020304" pitchFamily="18" charset="0"/>
            <a:ea typeface="Germano" panose="020B0306030504020204" pitchFamily="34" charset="0"/>
            <a:cs typeface="Times New Roman" panose="02020603050405020304" pitchFamily="18" charset="0"/>
          </a:endParaRPr>
        </a:p>
      </dgm:t>
    </dgm:pt>
    <dgm:pt modelId="{8781E4CB-F99D-4F5B-BD0D-E532EDB994C6}" type="parTrans" cxnId="{3BB7F6DB-B24C-45E1-9A5B-C0AFB6D0EDF3}">
      <dgm:prSet/>
      <dgm:spPr/>
      <dgm:t>
        <a:bodyPr/>
        <a:lstStyle/>
        <a:p>
          <a:endParaRPr lang="en-US"/>
        </a:p>
      </dgm:t>
    </dgm:pt>
    <dgm:pt modelId="{8C75F1FA-A056-4E79-93B9-47FF5EFC130B}" type="sibTrans" cxnId="{3BB7F6DB-B24C-45E1-9A5B-C0AFB6D0EDF3}">
      <dgm:prSet/>
      <dgm:spPr/>
      <dgm:t>
        <a:bodyPr/>
        <a:lstStyle/>
        <a:p>
          <a:endParaRPr lang="en-US"/>
        </a:p>
      </dgm:t>
    </dgm:pt>
    <dgm:pt modelId="{4D04C002-FD7C-42C7-A1C4-449E53FA6304}">
      <dgm:prSet phldr="0" custT="1"/>
      <dgm:spPr/>
      <dgm:t>
        <a:bodyPr/>
        <a:lstStyle/>
        <a:p>
          <a:r>
            <a:rPr lang="en-US" sz="4000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Concluzii</a:t>
          </a:r>
          <a:endParaRPr lang="en-US" sz="40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B1D53F-D5AC-4EB2-87E1-E8FF0C8FD195}" type="parTrans" cxnId="{12E21CA6-BBBB-4A82-A078-176289E2B8B7}">
      <dgm:prSet/>
      <dgm:spPr/>
      <dgm:t>
        <a:bodyPr/>
        <a:lstStyle/>
        <a:p>
          <a:endParaRPr lang="ro-RO"/>
        </a:p>
      </dgm:t>
    </dgm:pt>
    <dgm:pt modelId="{C5B67004-81C7-4159-9B67-4A339C5DFFCF}" type="sibTrans" cxnId="{12E21CA6-BBBB-4A82-A078-176289E2B8B7}">
      <dgm:prSet/>
      <dgm:spPr/>
      <dgm:t>
        <a:bodyPr/>
        <a:lstStyle/>
        <a:p>
          <a:endParaRPr lang="ro-RO"/>
        </a:p>
      </dgm:t>
    </dgm:pt>
    <dgm:pt modelId="{57164BAC-3121-4D82-AC4D-99AF2CE6FCF8}">
      <dgm:prSet phldr="0" custT="1"/>
      <dgm:spPr/>
      <dgm:t>
        <a:bodyPr/>
        <a:lstStyle/>
        <a:p>
          <a:r>
            <a:rPr lang="ro-RO" sz="4000" b="0" dirty="0">
              <a:latin typeface="Times New Roman" panose="02020603050405020304" pitchFamily="18" charset="0"/>
              <a:cs typeface="Times New Roman" panose="02020603050405020304" pitchFamily="18" charset="0"/>
            </a:rPr>
            <a:t>Bibliografie</a:t>
          </a:r>
          <a:endParaRPr lang="en-US" sz="40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0A8B2BC-AB16-4249-BFAC-50651AA9048A}" type="parTrans" cxnId="{935024E5-72D8-4381-AED6-F19D318DD4A3}">
      <dgm:prSet/>
      <dgm:spPr/>
      <dgm:t>
        <a:bodyPr/>
        <a:lstStyle/>
        <a:p>
          <a:endParaRPr lang="ro-RO"/>
        </a:p>
      </dgm:t>
    </dgm:pt>
    <dgm:pt modelId="{0A57040C-F435-4F43-BE94-CFF09E98B20F}" type="sibTrans" cxnId="{935024E5-72D8-4381-AED6-F19D318DD4A3}">
      <dgm:prSet/>
      <dgm:spPr/>
      <dgm:t>
        <a:bodyPr/>
        <a:lstStyle/>
        <a:p>
          <a:endParaRPr lang="ro-RO"/>
        </a:p>
      </dgm:t>
    </dgm:pt>
    <dgm:pt modelId="{C71BD923-6004-41EA-99F0-96E34D189658}" type="pres">
      <dgm:prSet presAssocID="{E63BB8D6-27BC-4CD0-978C-8090523D0705}" presName="vert0" presStyleCnt="0">
        <dgm:presLayoutVars>
          <dgm:dir/>
          <dgm:animOne val="branch"/>
          <dgm:animLvl val="lvl"/>
        </dgm:presLayoutVars>
      </dgm:prSet>
      <dgm:spPr/>
    </dgm:pt>
    <dgm:pt modelId="{A7A7D111-7312-4FF1-90D0-A5A302055B02}" type="pres">
      <dgm:prSet presAssocID="{DCB301B6-A1CC-4E04-931E-2CAECBDF93BF}" presName="thickLine" presStyleLbl="alignNode1" presStyleIdx="0" presStyleCnt="7"/>
      <dgm:spPr/>
    </dgm:pt>
    <dgm:pt modelId="{095401FA-B62A-4221-81C4-A775C041D3E5}" type="pres">
      <dgm:prSet presAssocID="{DCB301B6-A1CC-4E04-931E-2CAECBDF93BF}" presName="horz1" presStyleCnt="0"/>
      <dgm:spPr/>
    </dgm:pt>
    <dgm:pt modelId="{23FF3258-61C4-4868-8061-476911F0F613}" type="pres">
      <dgm:prSet presAssocID="{DCB301B6-A1CC-4E04-931E-2CAECBDF93BF}" presName="tx1" presStyleLbl="revTx" presStyleIdx="0" presStyleCnt="7"/>
      <dgm:spPr/>
    </dgm:pt>
    <dgm:pt modelId="{71E8AA07-5E9E-4E0E-B3A1-24CCAA6F26BF}" type="pres">
      <dgm:prSet presAssocID="{DCB301B6-A1CC-4E04-931E-2CAECBDF93BF}" presName="vert1" presStyleCnt="0"/>
      <dgm:spPr/>
    </dgm:pt>
    <dgm:pt modelId="{D6F322F4-78C7-4AC1-BD06-2240BE727109}" type="pres">
      <dgm:prSet presAssocID="{FFB776E6-23F7-4E85-9B3F-BAD987A2B497}" presName="thickLine" presStyleLbl="alignNode1" presStyleIdx="1" presStyleCnt="7"/>
      <dgm:spPr/>
    </dgm:pt>
    <dgm:pt modelId="{8466E06B-DDB5-4ED7-8A4D-9BA994AAF30D}" type="pres">
      <dgm:prSet presAssocID="{FFB776E6-23F7-4E85-9B3F-BAD987A2B497}" presName="horz1" presStyleCnt="0"/>
      <dgm:spPr/>
    </dgm:pt>
    <dgm:pt modelId="{BF05A64E-5684-4BCC-9BB3-559046A67930}" type="pres">
      <dgm:prSet presAssocID="{FFB776E6-23F7-4E85-9B3F-BAD987A2B497}" presName="tx1" presStyleLbl="revTx" presStyleIdx="1" presStyleCnt="7"/>
      <dgm:spPr/>
    </dgm:pt>
    <dgm:pt modelId="{2212CC0B-24DE-4349-874E-7D4009641B56}" type="pres">
      <dgm:prSet presAssocID="{FFB776E6-23F7-4E85-9B3F-BAD987A2B497}" presName="vert1" presStyleCnt="0"/>
      <dgm:spPr/>
    </dgm:pt>
    <dgm:pt modelId="{29966794-10E0-4AA1-80B2-81E9C8B802AA}" type="pres">
      <dgm:prSet presAssocID="{E899FDE9-8023-4C52-8C9F-5F0317A1A3C0}" presName="thickLine" presStyleLbl="alignNode1" presStyleIdx="2" presStyleCnt="7"/>
      <dgm:spPr/>
    </dgm:pt>
    <dgm:pt modelId="{8FEB853A-B3B6-45C7-A4F1-3B3DCA381117}" type="pres">
      <dgm:prSet presAssocID="{E899FDE9-8023-4C52-8C9F-5F0317A1A3C0}" presName="horz1" presStyleCnt="0"/>
      <dgm:spPr/>
    </dgm:pt>
    <dgm:pt modelId="{F97AA83C-E7E0-416C-973A-C9B90077CEC1}" type="pres">
      <dgm:prSet presAssocID="{E899FDE9-8023-4C52-8C9F-5F0317A1A3C0}" presName="tx1" presStyleLbl="revTx" presStyleIdx="2" presStyleCnt="7"/>
      <dgm:spPr/>
    </dgm:pt>
    <dgm:pt modelId="{293E329F-A54A-4403-A4E8-35E472C6B156}" type="pres">
      <dgm:prSet presAssocID="{E899FDE9-8023-4C52-8C9F-5F0317A1A3C0}" presName="vert1" presStyleCnt="0"/>
      <dgm:spPr/>
    </dgm:pt>
    <dgm:pt modelId="{2D278BD5-264D-44A7-9058-97C2848A1A4E}" type="pres">
      <dgm:prSet presAssocID="{3047A93B-1B86-4D68-8011-B3DC50BD44D3}" presName="thickLine" presStyleLbl="alignNode1" presStyleIdx="3" presStyleCnt="7"/>
      <dgm:spPr/>
    </dgm:pt>
    <dgm:pt modelId="{6C8212A7-3EDC-4748-85A3-AE07F2D36678}" type="pres">
      <dgm:prSet presAssocID="{3047A93B-1B86-4D68-8011-B3DC50BD44D3}" presName="horz1" presStyleCnt="0"/>
      <dgm:spPr/>
    </dgm:pt>
    <dgm:pt modelId="{7CD43AEC-AE41-45C3-9DCD-7D23CFFA63EC}" type="pres">
      <dgm:prSet presAssocID="{3047A93B-1B86-4D68-8011-B3DC50BD44D3}" presName="tx1" presStyleLbl="revTx" presStyleIdx="3" presStyleCnt="7"/>
      <dgm:spPr/>
    </dgm:pt>
    <dgm:pt modelId="{58B2B29E-F313-4C4C-83FC-BC3E7D7FBBD5}" type="pres">
      <dgm:prSet presAssocID="{3047A93B-1B86-4D68-8011-B3DC50BD44D3}" presName="vert1" presStyleCnt="0"/>
      <dgm:spPr/>
    </dgm:pt>
    <dgm:pt modelId="{3F343F96-43EA-40FC-B2BA-B69B4EF995B9}" type="pres">
      <dgm:prSet presAssocID="{53B103D6-7B09-43A1-9AE8-4A857AE2A627}" presName="thickLine" presStyleLbl="alignNode1" presStyleIdx="4" presStyleCnt="7"/>
      <dgm:spPr/>
    </dgm:pt>
    <dgm:pt modelId="{70E33DC6-344C-429F-A111-03D84CEB0C51}" type="pres">
      <dgm:prSet presAssocID="{53B103D6-7B09-43A1-9AE8-4A857AE2A627}" presName="horz1" presStyleCnt="0"/>
      <dgm:spPr/>
    </dgm:pt>
    <dgm:pt modelId="{86C55E10-C902-4759-9013-797BE9EBBC55}" type="pres">
      <dgm:prSet presAssocID="{53B103D6-7B09-43A1-9AE8-4A857AE2A627}" presName="tx1" presStyleLbl="revTx" presStyleIdx="4" presStyleCnt="7"/>
      <dgm:spPr/>
    </dgm:pt>
    <dgm:pt modelId="{243CF328-381A-47D8-A0DA-FE54980BB980}" type="pres">
      <dgm:prSet presAssocID="{53B103D6-7B09-43A1-9AE8-4A857AE2A627}" presName="vert1" presStyleCnt="0"/>
      <dgm:spPr/>
    </dgm:pt>
    <dgm:pt modelId="{7AB99CC0-51C0-4483-85AC-3059D5EF841C}" type="pres">
      <dgm:prSet presAssocID="{4D04C002-FD7C-42C7-A1C4-449E53FA6304}" presName="thickLine" presStyleLbl="alignNode1" presStyleIdx="5" presStyleCnt="7"/>
      <dgm:spPr/>
    </dgm:pt>
    <dgm:pt modelId="{62B7C738-E260-440A-8002-A32418E1EC5B}" type="pres">
      <dgm:prSet presAssocID="{4D04C002-FD7C-42C7-A1C4-449E53FA6304}" presName="horz1" presStyleCnt="0"/>
      <dgm:spPr/>
    </dgm:pt>
    <dgm:pt modelId="{B0306898-844E-41ED-A58A-D2AA898F0110}" type="pres">
      <dgm:prSet presAssocID="{4D04C002-FD7C-42C7-A1C4-449E53FA6304}" presName="tx1" presStyleLbl="revTx" presStyleIdx="5" presStyleCnt="7"/>
      <dgm:spPr/>
    </dgm:pt>
    <dgm:pt modelId="{3FBA7C3C-E07F-4406-9003-739561A49FB3}" type="pres">
      <dgm:prSet presAssocID="{4D04C002-FD7C-42C7-A1C4-449E53FA6304}" presName="vert1" presStyleCnt="0"/>
      <dgm:spPr/>
    </dgm:pt>
    <dgm:pt modelId="{9DAEC4B7-B31B-4213-A64B-E8D32906A0A1}" type="pres">
      <dgm:prSet presAssocID="{57164BAC-3121-4D82-AC4D-99AF2CE6FCF8}" presName="thickLine" presStyleLbl="alignNode1" presStyleIdx="6" presStyleCnt="7"/>
      <dgm:spPr/>
    </dgm:pt>
    <dgm:pt modelId="{A041E22C-AE10-46C3-8671-353C5B8893F0}" type="pres">
      <dgm:prSet presAssocID="{57164BAC-3121-4D82-AC4D-99AF2CE6FCF8}" presName="horz1" presStyleCnt="0"/>
      <dgm:spPr/>
    </dgm:pt>
    <dgm:pt modelId="{5DD4EEAF-965B-43EB-9AB6-10A7DD397D93}" type="pres">
      <dgm:prSet presAssocID="{57164BAC-3121-4D82-AC4D-99AF2CE6FCF8}" presName="tx1" presStyleLbl="revTx" presStyleIdx="6" presStyleCnt="7"/>
      <dgm:spPr/>
    </dgm:pt>
    <dgm:pt modelId="{D6871868-2DDD-4F44-A2D4-A00DADC4B44C}" type="pres">
      <dgm:prSet presAssocID="{57164BAC-3121-4D82-AC4D-99AF2CE6FCF8}" presName="vert1" presStyleCnt="0"/>
      <dgm:spPr/>
    </dgm:pt>
  </dgm:ptLst>
  <dgm:cxnLst>
    <dgm:cxn modelId="{2039271B-4B8A-4875-8465-A633823A4E6E}" srcId="{E63BB8D6-27BC-4CD0-978C-8090523D0705}" destId="{FFB776E6-23F7-4E85-9B3F-BAD987A2B497}" srcOrd="1" destOrd="0" parTransId="{3082F0D9-2BB2-46E7-A418-458C1C3EAAEB}" sibTransId="{409834EE-169C-4C59-B1A9-A63DFF462395}"/>
    <dgm:cxn modelId="{0DA4F71E-959A-424D-B27B-92784029048A}" type="presOf" srcId="{FFB776E6-23F7-4E85-9B3F-BAD987A2B497}" destId="{BF05A64E-5684-4BCC-9BB3-559046A67930}" srcOrd="0" destOrd="0" presId="urn:microsoft.com/office/officeart/2008/layout/LinedList"/>
    <dgm:cxn modelId="{2D720D27-4DEA-437C-8EB5-49FB3E25A81C}" srcId="{E63BB8D6-27BC-4CD0-978C-8090523D0705}" destId="{E899FDE9-8023-4C52-8C9F-5F0317A1A3C0}" srcOrd="2" destOrd="0" parTransId="{0946872C-DE66-47EF-98B7-31F770ABDAD5}" sibTransId="{0C2B48A1-EFF8-4EF2-B762-5D6368039629}"/>
    <dgm:cxn modelId="{F048A637-4897-4920-9F41-D58B6B60C7CF}" srcId="{E63BB8D6-27BC-4CD0-978C-8090523D0705}" destId="{DCB301B6-A1CC-4E04-931E-2CAECBDF93BF}" srcOrd="0" destOrd="0" parTransId="{C179F3CE-E489-4C1C-86D0-B0218C2C182C}" sibTransId="{22379FF5-8661-4E61-B250-DF4A76537C51}"/>
    <dgm:cxn modelId="{9C121D67-496A-491B-B169-5890510E0D3B}" type="presOf" srcId="{E899FDE9-8023-4C52-8C9F-5F0317A1A3C0}" destId="{F97AA83C-E7E0-416C-973A-C9B90077CEC1}" srcOrd="0" destOrd="0" presId="urn:microsoft.com/office/officeart/2008/layout/LinedList"/>
    <dgm:cxn modelId="{B494A953-EE28-41C8-A01F-0735B6622ED1}" srcId="{E63BB8D6-27BC-4CD0-978C-8090523D0705}" destId="{3047A93B-1B86-4D68-8011-B3DC50BD44D3}" srcOrd="3" destOrd="0" parTransId="{D2512F0C-91D8-40BF-A285-05C398EF3CF3}" sibTransId="{BE6B2831-1CF5-4741-A01D-92BF807DB945}"/>
    <dgm:cxn modelId="{2F35BB54-3D98-458F-B9B0-5CA2C4D648C4}" type="presOf" srcId="{3047A93B-1B86-4D68-8011-B3DC50BD44D3}" destId="{7CD43AEC-AE41-45C3-9DCD-7D23CFFA63EC}" srcOrd="0" destOrd="0" presId="urn:microsoft.com/office/officeart/2008/layout/LinedList"/>
    <dgm:cxn modelId="{3AFC218D-9B47-407C-A7F4-866BEB639E2A}" type="presOf" srcId="{57164BAC-3121-4D82-AC4D-99AF2CE6FCF8}" destId="{5DD4EEAF-965B-43EB-9AB6-10A7DD397D93}" srcOrd="0" destOrd="0" presId="urn:microsoft.com/office/officeart/2008/layout/LinedList"/>
    <dgm:cxn modelId="{E06FD092-BB9E-459F-82D3-A2918268633E}" type="presOf" srcId="{4D04C002-FD7C-42C7-A1C4-449E53FA6304}" destId="{B0306898-844E-41ED-A58A-D2AA898F0110}" srcOrd="0" destOrd="0" presId="urn:microsoft.com/office/officeart/2008/layout/LinedList"/>
    <dgm:cxn modelId="{12E21CA6-BBBB-4A82-A078-176289E2B8B7}" srcId="{E63BB8D6-27BC-4CD0-978C-8090523D0705}" destId="{4D04C002-FD7C-42C7-A1C4-449E53FA6304}" srcOrd="5" destOrd="0" parTransId="{81B1D53F-D5AC-4EB2-87E1-E8FF0C8FD195}" sibTransId="{C5B67004-81C7-4159-9B67-4A339C5DFFCF}"/>
    <dgm:cxn modelId="{C32912C2-3C46-4F22-8174-08DBA902E60D}" type="presOf" srcId="{DCB301B6-A1CC-4E04-931E-2CAECBDF93BF}" destId="{23FF3258-61C4-4868-8061-476911F0F613}" srcOrd="0" destOrd="0" presId="urn:microsoft.com/office/officeart/2008/layout/LinedList"/>
    <dgm:cxn modelId="{3BB7F6DB-B24C-45E1-9A5B-C0AFB6D0EDF3}" srcId="{E63BB8D6-27BC-4CD0-978C-8090523D0705}" destId="{53B103D6-7B09-43A1-9AE8-4A857AE2A627}" srcOrd="4" destOrd="0" parTransId="{8781E4CB-F99D-4F5B-BD0D-E532EDB994C6}" sibTransId="{8C75F1FA-A056-4E79-93B9-47FF5EFC130B}"/>
    <dgm:cxn modelId="{DEC6ABDC-605F-44AE-8F95-6E0B70417767}" type="presOf" srcId="{53B103D6-7B09-43A1-9AE8-4A857AE2A627}" destId="{86C55E10-C902-4759-9013-797BE9EBBC55}" srcOrd="0" destOrd="0" presId="urn:microsoft.com/office/officeart/2008/layout/LinedList"/>
    <dgm:cxn modelId="{935024E5-72D8-4381-AED6-F19D318DD4A3}" srcId="{E63BB8D6-27BC-4CD0-978C-8090523D0705}" destId="{57164BAC-3121-4D82-AC4D-99AF2CE6FCF8}" srcOrd="6" destOrd="0" parTransId="{90A8B2BC-AB16-4249-BFAC-50651AA9048A}" sibTransId="{0A57040C-F435-4F43-BE94-CFF09E98B20F}"/>
    <dgm:cxn modelId="{7CA714F9-144E-4C33-BAA4-83092E2352C2}" type="presOf" srcId="{E63BB8D6-27BC-4CD0-978C-8090523D0705}" destId="{C71BD923-6004-41EA-99F0-96E34D189658}" srcOrd="0" destOrd="0" presId="urn:microsoft.com/office/officeart/2008/layout/LinedList"/>
    <dgm:cxn modelId="{9375F6DB-0B1C-480E-B0AB-AFD28DC1C9E5}" type="presParOf" srcId="{C71BD923-6004-41EA-99F0-96E34D189658}" destId="{A7A7D111-7312-4FF1-90D0-A5A302055B02}" srcOrd="0" destOrd="0" presId="urn:microsoft.com/office/officeart/2008/layout/LinedList"/>
    <dgm:cxn modelId="{B31792FC-87C6-4C44-BC8B-C00F3E88F443}" type="presParOf" srcId="{C71BD923-6004-41EA-99F0-96E34D189658}" destId="{095401FA-B62A-4221-81C4-A775C041D3E5}" srcOrd="1" destOrd="0" presId="urn:microsoft.com/office/officeart/2008/layout/LinedList"/>
    <dgm:cxn modelId="{EE51D69B-A3B2-42DA-8D2D-EF3E36F63DFC}" type="presParOf" srcId="{095401FA-B62A-4221-81C4-A775C041D3E5}" destId="{23FF3258-61C4-4868-8061-476911F0F613}" srcOrd="0" destOrd="0" presId="urn:microsoft.com/office/officeart/2008/layout/LinedList"/>
    <dgm:cxn modelId="{3B343715-6473-4C79-886F-8E873B48016C}" type="presParOf" srcId="{095401FA-B62A-4221-81C4-A775C041D3E5}" destId="{71E8AA07-5E9E-4E0E-B3A1-24CCAA6F26BF}" srcOrd="1" destOrd="0" presId="urn:microsoft.com/office/officeart/2008/layout/LinedList"/>
    <dgm:cxn modelId="{15AA08D2-7E5C-4C9E-A2AC-21B5D1BC684F}" type="presParOf" srcId="{C71BD923-6004-41EA-99F0-96E34D189658}" destId="{D6F322F4-78C7-4AC1-BD06-2240BE727109}" srcOrd="2" destOrd="0" presId="urn:microsoft.com/office/officeart/2008/layout/LinedList"/>
    <dgm:cxn modelId="{87FF9796-5E86-4839-A959-5F7E5D1D658A}" type="presParOf" srcId="{C71BD923-6004-41EA-99F0-96E34D189658}" destId="{8466E06B-DDB5-4ED7-8A4D-9BA994AAF30D}" srcOrd="3" destOrd="0" presId="urn:microsoft.com/office/officeart/2008/layout/LinedList"/>
    <dgm:cxn modelId="{5F7A70C7-8052-42DE-BC12-96B6C90B4729}" type="presParOf" srcId="{8466E06B-DDB5-4ED7-8A4D-9BA994AAF30D}" destId="{BF05A64E-5684-4BCC-9BB3-559046A67930}" srcOrd="0" destOrd="0" presId="urn:microsoft.com/office/officeart/2008/layout/LinedList"/>
    <dgm:cxn modelId="{44C38AE6-72AC-4926-97B9-B6AF393DCD85}" type="presParOf" srcId="{8466E06B-DDB5-4ED7-8A4D-9BA994AAF30D}" destId="{2212CC0B-24DE-4349-874E-7D4009641B56}" srcOrd="1" destOrd="0" presId="urn:microsoft.com/office/officeart/2008/layout/LinedList"/>
    <dgm:cxn modelId="{4CB3DB51-98DC-4FE9-82FE-D5C0F673F861}" type="presParOf" srcId="{C71BD923-6004-41EA-99F0-96E34D189658}" destId="{29966794-10E0-4AA1-80B2-81E9C8B802AA}" srcOrd="4" destOrd="0" presId="urn:microsoft.com/office/officeart/2008/layout/LinedList"/>
    <dgm:cxn modelId="{FEFA90F9-6EE2-43F0-B5BC-CF8912ECF3BD}" type="presParOf" srcId="{C71BD923-6004-41EA-99F0-96E34D189658}" destId="{8FEB853A-B3B6-45C7-A4F1-3B3DCA381117}" srcOrd="5" destOrd="0" presId="urn:microsoft.com/office/officeart/2008/layout/LinedList"/>
    <dgm:cxn modelId="{ED9FAF7A-1654-47DF-AB60-4ACD3F2FFA4B}" type="presParOf" srcId="{8FEB853A-B3B6-45C7-A4F1-3B3DCA381117}" destId="{F97AA83C-E7E0-416C-973A-C9B90077CEC1}" srcOrd="0" destOrd="0" presId="urn:microsoft.com/office/officeart/2008/layout/LinedList"/>
    <dgm:cxn modelId="{60C782C2-9768-4B12-A44D-9CD9DEDC2FC3}" type="presParOf" srcId="{8FEB853A-B3B6-45C7-A4F1-3B3DCA381117}" destId="{293E329F-A54A-4403-A4E8-35E472C6B156}" srcOrd="1" destOrd="0" presId="urn:microsoft.com/office/officeart/2008/layout/LinedList"/>
    <dgm:cxn modelId="{59AE561E-2D65-4D6B-BC4D-390F057F0A00}" type="presParOf" srcId="{C71BD923-6004-41EA-99F0-96E34D189658}" destId="{2D278BD5-264D-44A7-9058-97C2848A1A4E}" srcOrd="6" destOrd="0" presId="urn:microsoft.com/office/officeart/2008/layout/LinedList"/>
    <dgm:cxn modelId="{32D4CABD-66BE-4602-A568-A6CC1F76D1C0}" type="presParOf" srcId="{C71BD923-6004-41EA-99F0-96E34D189658}" destId="{6C8212A7-3EDC-4748-85A3-AE07F2D36678}" srcOrd="7" destOrd="0" presId="urn:microsoft.com/office/officeart/2008/layout/LinedList"/>
    <dgm:cxn modelId="{829E3A6D-3A92-4993-A29B-4D34190BEB3A}" type="presParOf" srcId="{6C8212A7-3EDC-4748-85A3-AE07F2D36678}" destId="{7CD43AEC-AE41-45C3-9DCD-7D23CFFA63EC}" srcOrd="0" destOrd="0" presId="urn:microsoft.com/office/officeart/2008/layout/LinedList"/>
    <dgm:cxn modelId="{B66A8215-4F17-45F9-B1FD-9883084D27F1}" type="presParOf" srcId="{6C8212A7-3EDC-4748-85A3-AE07F2D36678}" destId="{58B2B29E-F313-4C4C-83FC-BC3E7D7FBBD5}" srcOrd="1" destOrd="0" presId="urn:microsoft.com/office/officeart/2008/layout/LinedList"/>
    <dgm:cxn modelId="{0AFB4DAF-FDF6-4A1B-9C98-D3252182FBD3}" type="presParOf" srcId="{C71BD923-6004-41EA-99F0-96E34D189658}" destId="{3F343F96-43EA-40FC-B2BA-B69B4EF995B9}" srcOrd="8" destOrd="0" presId="urn:microsoft.com/office/officeart/2008/layout/LinedList"/>
    <dgm:cxn modelId="{3F4695AF-3657-4209-AA54-4CA5289742CA}" type="presParOf" srcId="{C71BD923-6004-41EA-99F0-96E34D189658}" destId="{70E33DC6-344C-429F-A111-03D84CEB0C51}" srcOrd="9" destOrd="0" presId="urn:microsoft.com/office/officeart/2008/layout/LinedList"/>
    <dgm:cxn modelId="{42D87C5B-6A96-48E7-9D27-0AD619E8203C}" type="presParOf" srcId="{70E33DC6-344C-429F-A111-03D84CEB0C51}" destId="{86C55E10-C902-4759-9013-797BE9EBBC55}" srcOrd="0" destOrd="0" presId="urn:microsoft.com/office/officeart/2008/layout/LinedList"/>
    <dgm:cxn modelId="{7BA7F1D2-18DF-44FA-87CB-84537177391C}" type="presParOf" srcId="{70E33DC6-344C-429F-A111-03D84CEB0C51}" destId="{243CF328-381A-47D8-A0DA-FE54980BB980}" srcOrd="1" destOrd="0" presId="urn:microsoft.com/office/officeart/2008/layout/LinedList"/>
    <dgm:cxn modelId="{06231A0C-6741-46BF-9C71-FBEECB7CC7D4}" type="presParOf" srcId="{C71BD923-6004-41EA-99F0-96E34D189658}" destId="{7AB99CC0-51C0-4483-85AC-3059D5EF841C}" srcOrd="10" destOrd="0" presId="urn:microsoft.com/office/officeart/2008/layout/LinedList"/>
    <dgm:cxn modelId="{850011FD-25F0-49CC-B52E-B88AE21B92AA}" type="presParOf" srcId="{C71BD923-6004-41EA-99F0-96E34D189658}" destId="{62B7C738-E260-440A-8002-A32418E1EC5B}" srcOrd="11" destOrd="0" presId="urn:microsoft.com/office/officeart/2008/layout/LinedList"/>
    <dgm:cxn modelId="{65DCE12C-BD71-4362-A218-E9B300A559FE}" type="presParOf" srcId="{62B7C738-E260-440A-8002-A32418E1EC5B}" destId="{B0306898-844E-41ED-A58A-D2AA898F0110}" srcOrd="0" destOrd="0" presId="urn:microsoft.com/office/officeart/2008/layout/LinedList"/>
    <dgm:cxn modelId="{E545CD3A-B396-4FEA-BDAF-94F8FAB4BB29}" type="presParOf" srcId="{62B7C738-E260-440A-8002-A32418E1EC5B}" destId="{3FBA7C3C-E07F-4406-9003-739561A49FB3}" srcOrd="1" destOrd="0" presId="urn:microsoft.com/office/officeart/2008/layout/LinedList"/>
    <dgm:cxn modelId="{BB5399DA-A1CC-48C2-9F3C-03085620B11D}" type="presParOf" srcId="{C71BD923-6004-41EA-99F0-96E34D189658}" destId="{9DAEC4B7-B31B-4213-A64B-E8D32906A0A1}" srcOrd="12" destOrd="0" presId="urn:microsoft.com/office/officeart/2008/layout/LinedList"/>
    <dgm:cxn modelId="{AEBF2684-7512-4D5B-A010-B888827FC053}" type="presParOf" srcId="{C71BD923-6004-41EA-99F0-96E34D189658}" destId="{A041E22C-AE10-46C3-8671-353C5B8893F0}" srcOrd="13" destOrd="0" presId="urn:microsoft.com/office/officeart/2008/layout/LinedList"/>
    <dgm:cxn modelId="{5EDC21C1-23CC-4600-9B04-E45FF20D545D}" type="presParOf" srcId="{A041E22C-AE10-46C3-8671-353C5B8893F0}" destId="{5DD4EEAF-965B-43EB-9AB6-10A7DD397D93}" srcOrd="0" destOrd="0" presId="urn:microsoft.com/office/officeart/2008/layout/LinedList"/>
    <dgm:cxn modelId="{69BDE853-8D9B-48BC-A551-6B5BFFA9643D}" type="presParOf" srcId="{A041E22C-AE10-46C3-8671-353C5B8893F0}" destId="{D6871868-2DDD-4F44-A2D4-A00DADC4B44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A846BE-51A9-4BA7-9258-ECFAE05E7F40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41507B-447A-43E4-A67A-78917CB1FB25}">
      <dgm:prSet phldr="0" custT="1"/>
      <dgm:spPr/>
      <dgm:t>
        <a:bodyPr/>
        <a:lstStyle/>
        <a:p>
          <a:pPr rtl="0"/>
          <a:r>
            <a:rPr lang="en-US" sz="2400" dirty="0">
              <a:latin typeface="The Hand Black Mate" panose="02010606010101020104" pitchFamily="2" charset="0"/>
            </a:rPr>
            <a:t>Scrierea contractului</a:t>
          </a:r>
        </a:p>
      </dgm:t>
    </dgm:pt>
    <dgm:pt modelId="{09ECAFD9-77B4-411E-A0C6-BD2718D2ED19}" type="parTrans" cxnId="{89F99CCE-DD31-45EB-8368-0C474560C17C}">
      <dgm:prSet/>
      <dgm:spPr/>
      <dgm:t>
        <a:bodyPr/>
        <a:lstStyle/>
        <a:p>
          <a:endParaRPr lang="en-US"/>
        </a:p>
      </dgm:t>
    </dgm:pt>
    <dgm:pt modelId="{8A56963F-9458-4CF1-BA11-F6B59F6693C3}" type="sibTrans" cxnId="{89F99CCE-DD31-45EB-8368-0C474560C17C}">
      <dgm:prSet phldrT="1" phldr="0"/>
      <dgm:spPr/>
      <dgm:t>
        <a:bodyPr/>
        <a:lstStyle/>
        <a:p>
          <a:r>
            <a:rPr lang="en-US" dirty="0"/>
            <a:t>1</a:t>
          </a:r>
        </a:p>
      </dgm:t>
    </dgm:pt>
    <dgm:pt modelId="{AA8D6E5D-2291-4551-826E-2E8CD77EBBCD}">
      <dgm:prSet phldr="0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Compilare</a:t>
          </a:r>
        </a:p>
      </dgm:t>
    </dgm:pt>
    <dgm:pt modelId="{8108D565-E010-4B90-8EC9-E6472FDB3D6F}" type="parTrans" cxnId="{55EAF420-E592-4A82-A62F-9D8CCEB249F3}">
      <dgm:prSet/>
      <dgm:spPr/>
      <dgm:t>
        <a:bodyPr/>
        <a:lstStyle/>
        <a:p>
          <a:endParaRPr lang="en-US"/>
        </a:p>
      </dgm:t>
    </dgm:pt>
    <dgm:pt modelId="{6D5F5307-B9A3-4224-A52C-70B5D7E58E7C}" type="sibTrans" cxnId="{55EAF420-E592-4A82-A62F-9D8CCEB249F3}">
      <dgm:prSet phldrT="2" phldr="0"/>
      <dgm:spPr/>
      <dgm:t>
        <a:bodyPr/>
        <a:lstStyle/>
        <a:p>
          <a:r>
            <a:rPr lang="en-US" dirty="0"/>
            <a:t>2</a:t>
          </a:r>
        </a:p>
      </dgm:t>
    </dgm:pt>
    <dgm:pt modelId="{BA0D1191-41B5-4E4E-98CA-BB121638FA27}">
      <dgm:prSet custT="1"/>
      <dgm:spPr/>
      <dgm:t>
        <a:bodyPr/>
        <a:lstStyle/>
        <a:p>
          <a:pPr rtl="0"/>
          <a:r>
            <a:rPr lang="en-US" sz="2400" b="0" i="0" u="none" dirty="0">
              <a:latin typeface="The Hand Black Mate" panose="02010606010101020104" pitchFamily="2" charset="0"/>
            </a:rPr>
            <a:t>Deploy </a:t>
          </a:r>
          <a:r>
            <a:rPr lang="ro-RO" sz="2400" b="0" i="0" u="none" dirty="0">
              <a:latin typeface="The Hand Black Mate" panose="02010606010101020104" pitchFamily="2" charset="0"/>
            </a:rPr>
            <a:t>folosind</a:t>
          </a:r>
          <a:r>
            <a:rPr lang="en-US" sz="2400" b="0" i="0" u="none" dirty="0">
              <a:latin typeface="The Hand Black Mate" panose="02010606010101020104" pitchFamily="2" charset="0"/>
            </a:rPr>
            <a:t> fi</a:t>
          </a:r>
          <a:r>
            <a:rPr lang="ro-RO" sz="2400" b="0" i="0" u="none" dirty="0">
              <a:latin typeface="The Hand Black Mate" panose="02010606010101020104" pitchFamily="2" charset="0"/>
            </a:rPr>
            <a:t>ș</a:t>
          </a:r>
          <a:r>
            <a:rPr lang="en-US" sz="2400" b="0" i="0" u="none" dirty="0" err="1">
              <a:latin typeface="The Hand Black Mate" panose="02010606010101020104" pitchFamily="2" charset="0"/>
            </a:rPr>
            <a:t>ier</a:t>
          </a:r>
          <a:r>
            <a:rPr lang="ro-RO" sz="2400" b="0" i="0" u="none" dirty="0" err="1">
              <a:latin typeface="The Hand Black Mate" panose="02010606010101020104" pitchFamily="2" charset="0"/>
            </a:rPr>
            <a:t>ul</a:t>
          </a:r>
          <a:r>
            <a:rPr lang="ro-RO" sz="2400" b="0" i="0" u="none" dirty="0">
              <a:latin typeface="The Hand Black Mate" panose="02010606010101020104" pitchFamily="2" charset="0"/>
            </a:rPr>
            <a:t> </a:t>
          </a:r>
          <a:r>
            <a:rPr lang="ro-RO" sz="2400" dirty="0">
              <a:latin typeface="The Hand Black Mate" panose="02010606010101020104" pitchFamily="2" charset="0"/>
            </a:rPr>
            <a:t>BIN</a:t>
          </a:r>
          <a:r>
            <a:rPr lang="en-US" sz="2400" dirty="0">
              <a:latin typeface="The Hand Black Mate" panose="02010606010101020104" pitchFamily="2" charset="0"/>
            </a:rPr>
            <a:t> </a:t>
          </a:r>
        </a:p>
      </dgm:t>
    </dgm:pt>
    <dgm:pt modelId="{BF60A160-E127-4E75-A05F-AE196FFF76E3}" type="parTrans" cxnId="{11BC0A66-4F6B-4022-AC12-122A0951BEB5}">
      <dgm:prSet/>
      <dgm:spPr/>
      <dgm:t>
        <a:bodyPr/>
        <a:lstStyle/>
        <a:p>
          <a:endParaRPr lang="en-US"/>
        </a:p>
      </dgm:t>
    </dgm:pt>
    <dgm:pt modelId="{43A04663-B22C-4CA5-9BCF-3B42D70D691D}" type="sibTrans" cxnId="{11BC0A66-4F6B-4022-AC12-122A0951BEB5}">
      <dgm:prSet phldrT="3" phldr="0"/>
      <dgm:spPr/>
      <dgm:t>
        <a:bodyPr/>
        <a:lstStyle/>
        <a:p>
          <a:r>
            <a:rPr lang="en-US" dirty="0"/>
            <a:t>3</a:t>
          </a:r>
        </a:p>
      </dgm:t>
    </dgm:pt>
    <dgm:pt modelId="{55AD6682-19A1-4F15-920E-E13D92EB312E}">
      <dgm:prSet phldr="0" custT="1"/>
      <dgm:spPr/>
      <dgm:t>
        <a:bodyPr/>
        <a:lstStyle/>
        <a:p>
          <a:pPr rtl="0"/>
          <a:r>
            <a:rPr lang="en-US" sz="2400" dirty="0" err="1">
              <a:latin typeface="The Hand Black Mate" panose="02010606010101020104" pitchFamily="2" charset="0"/>
            </a:rPr>
            <a:t>Interac</a:t>
          </a:r>
          <a:r>
            <a:rPr lang="ro-RO" sz="2400" dirty="0">
              <a:latin typeface="The Hand Black Mate" panose="02010606010101020104" pitchFamily="2" charset="0"/>
            </a:rPr>
            <a:t>ț</a:t>
          </a:r>
          <a:r>
            <a:rPr lang="en-US" sz="2400" dirty="0" err="1">
              <a:latin typeface="The Hand Black Mate" panose="02010606010101020104" pitchFamily="2" charset="0"/>
            </a:rPr>
            <a:t>iunea</a:t>
          </a:r>
          <a:r>
            <a:rPr lang="en-US" sz="2400" dirty="0">
              <a:latin typeface="The Hand Black Mate" panose="02010606010101020104" pitchFamily="2" charset="0"/>
            </a:rPr>
            <a:t> cu </a:t>
          </a:r>
          <a:r>
            <a:rPr lang="en-US" sz="2400" dirty="0" err="1">
              <a:latin typeface="The Hand Black Mate" panose="02010606010101020104" pitchFamily="2" charset="0"/>
            </a:rPr>
            <a:t>metodele</a:t>
          </a:r>
          <a:r>
            <a:rPr lang="en-US" sz="2400" dirty="0">
              <a:latin typeface="The Hand Black Mate" panose="02010606010101020104" pitchFamily="2" charset="0"/>
            </a:rPr>
            <a:t> </a:t>
          </a:r>
          <a:r>
            <a:rPr lang="en-US" sz="2400" dirty="0" err="1">
              <a:latin typeface="The Hand Black Mate" panose="02010606010101020104" pitchFamily="2" charset="0"/>
            </a:rPr>
            <a:t>contractului</a:t>
          </a:r>
          <a:r>
            <a:rPr lang="ro-RO" sz="2400" dirty="0">
              <a:latin typeface="The Hand Black Mate" panose="02010606010101020104" pitchFamily="2" charset="0"/>
            </a:rPr>
            <a:t> prin ABI</a:t>
          </a:r>
          <a:endParaRPr lang="en-US" sz="2400" dirty="0">
            <a:latin typeface="The Hand Black Mate" panose="02010606010101020104" pitchFamily="2" charset="0"/>
          </a:endParaRPr>
        </a:p>
      </dgm:t>
    </dgm:pt>
    <dgm:pt modelId="{0A1EE536-D200-411C-8FD0-7F23E7109629}" type="parTrans" cxnId="{522DD16F-B30D-40BA-AA70-7667AAFFD0AE}">
      <dgm:prSet/>
      <dgm:spPr/>
      <dgm:t>
        <a:bodyPr/>
        <a:lstStyle/>
        <a:p>
          <a:endParaRPr lang="en-US"/>
        </a:p>
      </dgm:t>
    </dgm:pt>
    <dgm:pt modelId="{6DA0DC7B-EEAC-48D5-8C2F-256705FA5618}" type="sibTrans" cxnId="{522DD16F-B30D-40BA-AA70-7667AAFFD0AE}">
      <dgm:prSet phldrT="4" phldr="0"/>
      <dgm:spPr/>
      <dgm:t>
        <a:bodyPr/>
        <a:lstStyle/>
        <a:p>
          <a:endParaRPr lang="ro-RO"/>
        </a:p>
      </dgm:t>
    </dgm:pt>
    <dgm:pt modelId="{97D03D99-7AEF-4ADA-9364-39BBBAAE1F8B}" type="pres">
      <dgm:prSet presAssocID="{98A846BE-51A9-4BA7-9258-ECFAE05E7F40}" presName="outerComposite" presStyleCnt="0">
        <dgm:presLayoutVars>
          <dgm:chMax val="5"/>
          <dgm:dir/>
          <dgm:resizeHandles val="exact"/>
        </dgm:presLayoutVars>
      </dgm:prSet>
      <dgm:spPr/>
    </dgm:pt>
    <dgm:pt modelId="{2D26EB6E-E521-40EF-860E-3CDE9A486018}" type="pres">
      <dgm:prSet presAssocID="{98A846BE-51A9-4BA7-9258-ECFAE05E7F40}" presName="dummyMaxCanvas" presStyleCnt="0">
        <dgm:presLayoutVars/>
      </dgm:prSet>
      <dgm:spPr/>
    </dgm:pt>
    <dgm:pt modelId="{4CF6FA5C-545F-4B35-B11B-76400B81C51E}" type="pres">
      <dgm:prSet presAssocID="{98A846BE-51A9-4BA7-9258-ECFAE05E7F40}" presName="FourNodes_1" presStyleLbl="node1" presStyleIdx="0" presStyleCnt="4" custLinFactY="-200000" custLinFactNeighborX="2723" custLinFactNeighborY="-218581">
        <dgm:presLayoutVars>
          <dgm:bulletEnabled val="1"/>
        </dgm:presLayoutVars>
      </dgm:prSet>
      <dgm:spPr/>
    </dgm:pt>
    <dgm:pt modelId="{409F16BF-693B-4C15-9945-2784B96C0843}" type="pres">
      <dgm:prSet presAssocID="{98A846BE-51A9-4BA7-9258-ECFAE05E7F40}" presName="FourNodes_2" presStyleLbl="node1" presStyleIdx="1" presStyleCnt="4">
        <dgm:presLayoutVars>
          <dgm:bulletEnabled val="1"/>
        </dgm:presLayoutVars>
      </dgm:prSet>
      <dgm:spPr/>
    </dgm:pt>
    <dgm:pt modelId="{5DE0E9ED-68B2-4EC2-9BF4-7E45C599E7E1}" type="pres">
      <dgm:prSet presAssocID="{98A846BE-51A9-4BA7-9258-ECFAE05E7F40}" presName="FourNodes_3" presStyleLbl="node1" presStyleIdx="2" presStyleCnt="4">
        <dgm:presLayoutVars>
          <dgm:bulletEnabled val="1"/>
        </dgm:presLayoutVars>
      </dgm:prSet>
      <dgm:spPr/>
    </dgm:pt>
    <dgm:pt modelId="{2FF33F79-81DD-4348-97ED-671AC3DFB09A}" type="pres">
      <dgm:prSet presAssocID="{98A846BE-51A9-4BA7-9258-ECFAE05E7F40}" presName="FourNodes_4" presStyleLbl="node1" presStyleIdx="3" presStyleCnt="4">
        <dgm:presLayoutVars>
          <dgm:bulletEnabled val="1"/>
        </dgm:presLayoutVars>
      </dgm:prSet>
      <dgm:spPr/>
    </dgm:pt>
    <dgm:pt modelId="{602F085B-E385-49B0-BC5D-267F159F8896}" type="pres">
      <dgm:prSet presAssocID="{98A846BE-51A9-4BA7-9258-ECFAE05E7F40}" presName="FourConn_1-2" presStyleLbl="fgAccFollowNode1" presStyleIdx="0" presStyleCnt="3">
        <dgm:presLayoutVars>
          <dgm:bulletEnabled val="1"/>
        </dgm:presLayoutVars>
      </dgm:prSet>
      <dgm:spPr/>
    </dgm:pt>
    <dgm:pt modelId="{3012A328-7838-4B03-BCD6-E597627F9BF6}" type="pres">
      <dgm:prSet presAssocID="{98A846BE-51A9-4BA7-9258-ECFAE05E7F40}" presName="FourConn_2-3" presStyleLbl="fgAccFollowNode1" presStyleIdx="1" presStyleCnt="3">
        <dgm:presLayoutVars>
          <dgm:bulletEnabled val="1"/>
        </dgm:presLayoutVars>
      </dgm:prSet>
      <dgm:spPr/>
    </dgm:pt>
    <dgm:pt modelId="{50BCFACC-1485-4208-B6F6-3C131F69A473}" type="pres">
      <dgm:prSet presAssocID="{98A846BE-51A9-4BA7-9258-ECFAE05E7F40}" presName="FourConn_3-4" presStyleLbl="fgAccFollowNode1" presStyleIdx="2" presStyleCnt="3">
        <dgm:presLayoutVars>
          <dgm:bulletEnabled val="1"/>
        </dgm:presLayoutVars>
      </dgm:prSet>
      <dgm:spPr/>
    </dgm:pt>
    <dgm:pt modelId="{A6BE3204-8179-4451-A8D8-814F35847492}" type="pres">
      <dgm:prSet presAssocID="{98A846BE-51A9-4BA7-9258-ECFAE05E7F40}" presName="FourNodes_1_text" presStyleLbl="node1" presStyleIdx="3" presStyleCnt="4">
        <dgm:presLayoutVars>
          <dgm:bulletEnabled val="1"/>
        </dgm:presLayoutVars>
      </dgm:prSet>
      <dgm:spPr/>
    </dgm:pt>
    <dgm:pt modelId="{47640442-DF0A-4F25-B249-8B30E398A5A3}" type="pres">
      <dgm:prSet presAssocID="{98A846BE-51A9-4BA7-9258-ECFAE05E7F40}" presName="FourNodes_2_text" presStyleLbl="node1" presStyleIdx="3" presStyleCnt="4">
        <dgm:presLayoutVars>
          <dgm:bulletEnabled val="1"/>
        </dgm:presLayoutVars>
      </dgm:prSet>
      <dgm:spPr/>
    </dgm:pt>
    <dgm:pt modelId="{41419342-5784-4D57-ACC9-1AEF5F7AD3E8}" type="pres">
      <dgm:prSet presAssocID="{98A846BE-51A9-4BA7-9258-ECFAE05E7F40}" presName="FourNodes_3_text" presStyleLbl="node1" presStyleIdx="3" presStyleCnt="4">
        <dgm:presLayoutVars>
          <dgm:bulletEnabled val="1"/>
        </dgm:presLayoutVars>
      </dgm:prSet>
      <dgm:spPr/>
    </dgm:pt>
    <dgm:pt modelId="{ECDA622E-6AE0-4170-ABF6-7C60F213863C}" type="pres">
      <dgm:prSet presAssocID="{98A846BE-51A9-4BA7-9258-ECFAE05E7F40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AEC09F04-BCFA-4E55-B9AD-AC08C328687D}" type="presOf" srcId="{D841507B-447A-43E4-A67A-78917CB1FB25}" destId="{A6BE3204-8179-4451-A8D8-814F35847492}" srcOrd="1" destOrd="0" presId="urn:microsoft.com/office/officeart/2005/8/layout/vProcess5"/>
    <dgm:cxn modelId="{42391417-9FD0-4671-83E8-2335CE4930B5}" type="presOf" srcId="{AA8D6E5D-2291-4551-826E-2E8CD77EBBCD}" destId="{409F16BF-693B-4C15-9945-2784B96C0843}" srcOrd="0" destOrd="0" presId="urn:microsoft.com/office/officeart/2005/8/layout/vProcess5"/>
    <dgm:cxn modelId="{55EAF420-E592-4A82-A62F-9D8CCEB249F3}" srcId="{98A846BE-51A9-4BA7-9258-ECFAE05E7F40}" destId="{AA8D6E5D-2291-4551-826E-2E8CD77EBBCD}" srcOrd="1" destOrd="0" parTransId="{8108D565-E010-4B90-8EC9-E6472FDB3D6F}" sibTransId="{6D5F5307-B9A3-4224-A52C-70B5D7E58E7C}"/>
    <dgm:cxn modelId="{41C77A21-775A-4F27-8C24-30412B82D39E}" type="presOf" srcId="{43A04663-B22C-4CA5-9BCF-3B42D70D691D}" destId="{50BCFACC-1485-4208-B6F6-3C131F69A473}" srcOrd="0" destOrd="0" presId="urn:microsoft.com/office/officeart/2005/8/layout/vProcess5"/>
    <dgm:cxn modelId="{5BE98F30-4B61-43C8-AC7F-907E55EC7507}" type="presOf" srcId="{BA0D1191-41B5-4E4E-98CA-BB121638FA27}" destId="{5DE0E9ED-68B2-4EC2-9BF4-7E45C599E7E1}" srcOrd="0" destOrd="0" presId="urn:microsoft.com/office/officeart/2005/8/layout/vProcess5"/>
    <dgm:cxn modelId="{AC60933D-27F9-4E43-B977-CD0BF4475E61}" type="presOf" srcId="{98A846BE-51A9-4BA7-9258-ECFAE05E7F40}" destId="{97D03D99-7AEF-4ADA-9364-39BBBAAE1F8B}" srcOrd="0" destOrd="0" presId="urn:microsoft.com/office/officeart/2005/8/layout/vProcess5"/>
    <dgm:cxn modelId="{71001343-A2D6-4C80-87FE-7713F2E4C84A}" type="presOf" srcId="{8A56963F-9458-4CF1-BA11-F6B59F6693C3}" destId="{602F085B-E385-49B0-BC5D-267F159F8896}" srcOrd="0" destOrd="0" presId="urn:microsoft.com/office/officeart/2005/8/layout/vProcess5"/>
    <dgm:cxn modelId="{42EF4365-3BB2-489D-BD23-7DB3C702B046}" type="presOf" srcId="{AA8D6E5D-2291-4551-826E-2E8CD77EBBCD}" destId="{47640442-DF0A-4F25-B249-8B30E398A5A3}" srcOrd="1" destOrd="0" presId="urn:microsoft.com/office/officeart/2005/8/layout/vProcess5"/>
    <dgm:cxn modelId="{11BC0A66-4F6B-4022-AC12-122A0951BEB5}" srcId="{98A846BE-51A9-4BA7-9258-ECFAE05E7F40}" destId="{BA0D1191-41B5-4E4E-98CA-BB121638FA27}" srcOrd="2" destOrd="0" parTransId="{BF60A160-E127-4E75-A05F-AE196FFF76E3}" sibTransId="{43A04663-B22C-4CA5-9BCF-3B42D70D691D}"/>
    <dgm:cxn modelId="{522DD16F-B30D-40BA-AA70-7667AAFFD0AE}" srcId="{98A846BE-51A9-4BA7-9258-ECFAE05E7F40}" destId="{55AD6682-19A1-4F15-920E-E13D92EB312E}" srcOrd="3" destOrd="0" parTransId="{0A1EE536-D200-411C-8FD0-7F23E7109629}" sibTransId="{6DA0DC7B-EEAC-48D5-8C2F-256705FA5618}"/>
    <dgm:cxn modelId="{D392BB83-2E7F-441A-958A-D921900AB201}" type="presOf" srcId="{55AD6682-19A1-4F15-920E-E13D92EB312E}" destId="{ECDA622E-6AE0-4170-ABF6-7C60F213863C}" srcOrd="1" destOrd="0" presId="urn:microsoft.com/office/officeart/2005/8/layout/vProcess5"/>
    <dgm:cxn modelId="{B431E28F-F4AA-46E7-88ED-3C36DC9C7786}" type="presOf" srcId="{D841507B-447A-43E4-A67A-78917CB1FB25}" destId="{4CF6FA5C-545F-4B35-B11B-76400B81C51E}" srcOrd="0" destOrd="0" presId="urn:microsoft.com/office/officeart/2005/8/layout/vProcess5"/>
    <dgm:cxn modelId="{7DD0B3C2-ED66-4634-8340-794033513C07}" type="presOf" srcId="{55AD6682-19A1-4F15-920E-E13D92EB312E}" destId="{2FF33F79-81DD-4348-97ED-671AC3DFB09A}" srcOrd="0" destOrd="0" presId="urn:microsoft.com/office/officeart/2005/8/layout/vProcess5"/>
    <dgm:cxn modelId="{89F99CCE-DD31-45EB-8368-0C474560C17C}" srcId="{98A846BE-51A9-4BA7-9258-ECFAE05E7F40}" destId="{D841507B-447A-43E4-A67A-78917CB1FB25}" srcOrd="0" destOrd="0" parTransId="{09ECAFD9-77B4-411E-A0C6-BD2718D2ED19}" sibTransId="{8A56963F-9458-4CF1-BA11-F6B59F6693C3}"/>
    <dgm:cxn modelId="{A14985E7-3618-4AD5-B166-B4DA74554A35}" type="presOf" srcId="{BA0D1191-41B5-4E4E-98CA-BB121638FA27}" destId="{41419342-5784-4D57-ACC9-1AEF5F7AD3E8}" srcOrd="1" destOrd="0" presId="urn:microsoft.com/office/officeart/2005/8/layout/vProcess5"/>
    <dgm:cxn modelId="{FE66A6F5-4DE4-418B-8CB9-1CDCBAFBD5C2}" type="presOf" srcId="{6D5F5307-B9A3-4224-A52C-70B5D7E58E7C}" destId="{3012A328-7838-4B03-BCD6-E597627F9BF6}" srcOrd="0" destOrd="0" presId="urn:microsoft.com/office/officeart/2005/8/layout/vProcess5"/>
    <dgm:cxn modelId="{719D5CE4-F4E0-41C7-A33A-79DDA75ADA46}" type="presParOf" srcId="{97D03D99-7AEF-4ADA-9364-39BBBAAE1F8B}" destId="{2D26EB6E-E521-40EF-860E-3CDE9A486018}" srcOrd="0" destOrd="0" presId="urn:microsoft.com/office/officeart/2005/8/layout/vProcess5"/>
    <dgm:cxn modelId="{FCC43D1C-C88A-413C-964B-CFB23B3AE421}" type="presParOf" srcId="{97D03D99-7AEF-4ADA-9364-39BBBAAE1F8B}" destId="{4CF6FA5C-545F-4B35-B11B-76400B81C51E}" srcOrd="1" destOrd="0" presId="urn:microsoft.com/office/officeart/2005/8/layout/vProcess5"/>
    <dgm:cxn modelId="{52648999-2F85-41B3-A563-4B77C19E7600}" type="presParOf" srcId="{97D03D99-7AEF-4ADA-9364-39BBBAAE1F8B}" destId="{409F16BF-693B-4C15-9945-2784B96C0843}" srcOrd="2" destOrd="0" presId="urn:microsoft.com/office/officeart/2005/8/layout/vProcess5"/>
    <dgm:cxn modelId="{C3BD2C7C-2CAE-40D1-A69E-B90B561DE05C}" type="presParOf" srcId="{97D03D99-7AEF-4ADA-9364-39BBBAAE1F8B}" destId="{5DE0E9ED-68B2-4EC2-9BF4-7E45C599E7E1}" srcOrd="3" destOrd="0" presId="urn:microsoft.com/office/officeart/2005/8/layout/vProcess5"/>
    <dgm:cxn modelId="{11E86241-083E-42F8-9A18-154E248794B6}" type="presParOf" srcId="{97D03D99-7AEF-4ADA-9364-39BBBAAE1F8B}" destId="{2FF33F79-81DD-4348-97ED-671AC3DFB09A}" srcOrd="4" destOrd="0" presId="urn:microsoft.com/office/officeart/2005/8/layout/vProcess5"/>
    <dgm:cxn modelId="{7D8898FF-C731-4B05-A17C-F956541F28D0}" type="presParOf" srcId="{97D03D99-7AEF-4ADA-9364-39BBBAAE1F8B}" destId="{602F085B-E385-49B0-BC5D-267F159F8896}" srcOrd="5" destOrd="0" presId="urn:microsoft.com/office/officeart/2005/8/layout/vProcess5"/>
    <dgm:cxn modelId="{4CB5E365-6E17-42DD-8386-82D45C4DCFD4}" type="presParOf" srcId="{97D03D99-7AEF-4ADA-9364-39BBBAAE1F8B}" destId="{3012A328-7838-4B03-BCD6-E597627F9BF6}" srcOrd="6" destOrd="0" presId="urn:microsoft.com/office/officeart/2005/8/layout/vProcess5"/>
    <dgm:cxn modelId="{15483A1F-1A46-4C58-855A-3B8E392B83DD}" type="presParOf" srcId="{97D03D99-7AEF-4ADA-9364-39BBBAAE1F8B}" destId="{50BCFACC-1485-4208-B6F6-3C131F69A473}" srcOrd="7" destOrd="0" presId="urn:microsoft.com/office/officeart/2005/8/layout/vProcess5"/>
    <dgm:cxn modelId="{9191F9B8-3593-44C4-8875-C988AA127529}" type="presParOf" srcId="{97D03D99-7AEF-4ADA-9364-39BBBAAE1F8B}" destId="{A6BE3204-8179-4451-A8D8-814F35847492}" srcOrd="8" destOrd="0" presId="urn:microsoft.com/office/officeart/2005/8/layout/vProcess5"/>
    <dgm:cxn modelId="{A9DDEDC5-7DCA-4A80-8EDE-F4CD98D52F4B}" type="presParOf" srcId="{97D03D99-7AEF-4ADA-9364-39BBBAAE1F8B}" destId="{47640442-DF0A-4F25-B249-8B30E398A5A3}" srcOrd="9" destOrd="0" presId="urn:microsoft.com/office/officeart/2005/8/layout/vProcess5"/>
    <dgm:cxn modelId="{9B1187FA-B30C-41E7-8F48-1E5C633BC871}" type="presParOf" srcId="{97D03D99-7AEF-4ADA-9364-39BBBAAE1F8B}" destId="{41419342-5784-4D57-ACC9-1AEF5F7AD3E8}" srcOrd="10" destOrd="0" presId="urn:microsoft.com/office/officeart/2005/8/layout/vProcess5"/>
    <dgm:cxn modelId="{888EB58D-2E5F-4C1D-91B1-5DA8743FFE4F}" type="presParOf" srcId="{97D03D99-7AEF-4ADA-9364-39BBBAAE1F8B}" destId="{ECDA622E-6AE0-4170-ABF6-7C60F213863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48DD9C-98D0-4140-84A6-D3407030AD9F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o-RO"/>
        </a:p>
      </dgm:t>
    </dgm:pt>
    <dgm:pt modelId="{D0B9BC2D-8A1D-4E93-8501-914F21E6138B}">
      <dgm:prSet phldrT="[Text]" custT="1"/>
      <dgm:spPr/>
      <dgm:t>
        <a:bodyPr/>
        <a:lstStyle/>
        <a:p>
          <a:r>
            <a:rPr lang="en-US" sz="2400" dirty="0" err="1">
              <a:latin typeface="The Hand Black Mate" panose="02010606010101020104" pitchFamily="2" charset="0"/>
            </a:rPr>
            <a:t>Configurare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553D25CF-6D8B-4A1C-89EB-0C800AF581F6}" type="parTrans" cxnId="{170AAD3C-FE3D-488F-9CF6-D60310DC36CD}">
      <dgm:prSet/>
      <dgm:spPr/>
      <dgm:t>
        <a:bodyPr/>
        <a:lstStyle/>
        <a:p>
          <a:endParaRPr lang="ro-RO"/>
        </a:p>
      </dgm:t>
    </dgm:pt>
    <dgm:pt modelId="{2697F7F7-1020-49BC-BBEA-B46C41C69B00}" type="sibTrans" cxnId="{170AAD3C-FE3D-488F-9CF6-D60310DC36CD}">
      <dgm:prSet/>
      <dgm:spPr/>
      <dgm:t>
        <a:bodyPr/>
        <a:lstStyle/>
        <a:p>
          <a:endParaRPr lang="ro-RO"/>
        </a:p>
      </dgm:t>
    </dgm:pt>
    <dgm:pt modelId="{213A43CE-4D45-4874-9870-7E980C7E7021}">
      <dgm:prSet phldrT="[Text]" custT="1"/>
      <dgm:spPr/>
      <dgm:t>
        <a:bodyPr/>
        <a:lstStyle/>
        <a:p>
          <a:r>
            <a:rPr lang="en-US" sz="2400" dirty="0" err="1">
              <a:latin typeface="The Hand Black Mate" panose="02010606010101020104" pitchFamily="2" charset="0"/>
            </a:rPr>
            <a:t>Antrenare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BD983CEB-FB22-4639-80E7-DF799ED69BB2}" type="parTrans" cxnId="{4EFDCBA4-9DDF-40DD-AF04-64D2A4922F02}">
      <dgm:prSet/>
      <dgm:spPr/>
      <dgm:t>
        <a:bodyPr/>
        <a:lstStyle/>
        <a:p>
          <a:endParaRPr lang="ro-RO"/>
        </a:p>
      </dgm:t>
    </dgm:pt>
    <dgm:pt modelId="{0B92FAE5-DCA7-4ED1-86BF-D075DD14D9A1}" type="sibTrans" cxnId="{4EFDCBA4-9DDF-40DD-AF04-64D2A4922F02}">
      <dgm:prSet/>
      <dgm:spPr/>
      <dgm:t>
        <a:bodyPr/>
        <a:lstStyle/>
        <a:p>
          <a:endParaRPr lang="ro-RO"/>
        </a:p>
      </dgm:t>
    </dgm:pt>
    <dgm:pt modelId="{281F3194-7989-4A2C-856D-407598C86968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Adam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52DED006-CE4D-4A3F-821F-D1844637DF83}" type="parTrans" cxnId="{4CC8C6EF-2A59-4C53-BC9A-9B2BFC1CA2CD}">
      <dgm:prSet/>
      <dgm:spPr/>
      <dgm:t>
        <a:bodyPr/>
        <a:lstStyle/>
        <a:p>
          <a:endParaRPr lang="ro-RO"/>
        </a:p>
      </dgm:t>
    </dgm:pt>
    <dgm:pt modelId="{55B669B7-91D6-4792-B7C3-B526E2D99087}" type="sibTrans" cxnId="{4CC8C6EF-2A59-4C53-BC9A-9B2BFC1CA2CD}">
      <dgm:prSet/>
      <dgm:spPr/>
      <dgm:t>
        <a:bodyPr/>
        <a:lstStyle/>
        <a:p>
          <a:endParaRPr lang="ro-RO"/>
        </a:p>
      </dgm:t>
    </dgm:pt>
    <dgm:pt modelId="{7408BF0A-9B6A-4148-8711-A81AC1EDD8CD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100 de </a:t>
          </a:r>
          <a:r>
            <a:rPr lang="en-US" sz="2400" dirty="0" err="1">
              <a:latin typeface="The Hand Black Mate" panose="02010606010101020104" pitchFamily="2" charset="0"/>
            </a:rPr>
            <a:t>epoci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377B6D59-2FB5-4B2B-B1E9-194217E31F35}" type="parTrans" cxnId="{9712F000-EF92-4DB4-B182-4297B6256619}">
      <dgm:prSet/>
      <dgm:spPr/>
      <dgm:t>
        <a:bodyPr/>
        <a:lstStyle/>
        <a:p>
          <a:endParaRPr lang="ro-RO"/>
        </a:p>
      </dgm:t>
    </dgm:pt>
    <dgm:pt modelId="{B683130B-82D4-4D68-9FBB-5764C691B4B7}" type="sibTrans" cxnId="{9712F000-EF92-4DB4-B182-4297B6256619}">
      <dgm:prSet/>
      <dgm:spPr/>
      <dgm:t>
        <a:bodyPr/>
        <a:lstStyle/>
        <a:p>
          <a:endParaRPr lang="ro-RO"/>
        </a:p>
      </dgm:t>
    </dgm:pt>
    <dgm:pt modelId="{842C4559-4AC0-4C13-AD5F-20A9954A8AD8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Binary </a:t>
          </a:r>
          <a:r>
            <a:rPr lang="en-US" sz="2400" dirty="0" err="1">
              <a:latin typeface="The Hand Black Mate" panose="02010606010101020104" pitchFamily="2" charset="0"/>
            </a:rPr>
            <a:t>crossentropy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B7F6A647-978B-421D-80E2-915C9DA69600}" type="parTrans" cxnId="{E0058872-4ECF-485D-A676-75997F168096}">
      <dgm:prSet/>
      <dgm:spPr/>
      <dgm:t>
        <a:bodyPr/>
        <a:lstStyle/>
        <a:p>
          <a:endParaRPr lang="ro-RO"/>
        </a:p>
      </dgm:t>
    </dgm:pt>
    <dgm:pt modelId="{71DEA32D-E584-49A1-9481-CF77375173BC}" type="sibTrans" cxnId="{E0058872-4ECF-485D-A676-75997F168096}">
      <dgm:prSet/>
      <dgm:spPr/>
      <dgm:t>
        <a:bodyPr/>
        <a:lstStyle/>
        <a:p>
          <a:endParaRPr lang="ro-RO"/>
        </a:p>
      </dgm:t>
    </dgm:pt>
    <dgm:pt modelId="{C6C38AF0-DF45-4568-A534-F965CC5E6211}">
      <dgm:prSet phldrT="[Text]" custT="1"/>
      <dgm:spPr/>
      <dgm:t>
        <a:bodyPr/>
        <a:lstStyle/>
        <a:p>
          <a:r>
            <a:rPr lang="en-US" sz="2400" dirty="0" err="1">
              <a:latin typeface="The Hand Black Mate" panose="02010606010101020104" pitchFamily="2" charset="0"/>
            </a:rPr>
            <a:t>Metrici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F3F841A6-C614-4FB6-86E5-F54AE4B183C3}" type="parTrans" cxnId="{95708123-BD3B-4A92-A450-BB5775D41AB7}">
      <dgm:prSet/>
      <dgm:spPr/>
      <dgm:t>
        <a:bodyPr/>
        <a:lstStyle/>
        <a:p>
          <a:endParaRPr lang="ro-RO"/>
        </a:p>
      </dgm:t>
    </dgm:pt>
    <dgm:pt modelId="{46F65721-938D-4C61-9629-F8431C4C919E}" type="sibTrans" cxnId="{95708123-BD3B-4A92-A450-BB5775D41AB7}">
      <dgm:prSet/>
      <dgm:spPr/>
      <dgm:t>
        <a:bodyPr/>
        <a:lstStyle/>
        <a:p>
          <a:endParaRPr lang="ro-RO"/>
        </a:p>
      </dgm:t>
    </dgm:pt>
    <dgm:pt modelId="{7307EABB-97A1-416E-8A2C-A393F43568DC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MSE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E27C45F5-5886-476F-9D94-5652F43EA957}" type="parTrans" cxnId="{60E333F8-D053-4E67-BD5E-C89886564BE9}">
      <dgm:prSet/>
      <dgm:spPr/>
      <dgm:t>
        <a:bodyPr/>
        <a:lstStyle/>
        <a:p>
          <a:endParaRPr lang="ro-RO"/>
        </a:p>
      </dgm:t>
    </dgm:pt>
    <dgm:pt modelId="{FD9CA122-A3A0-4E03-B8F3-F4D71B996EF8}" type="sibTrans" cxnId="{60E333F8-D053-4E67-BD5E-C89886564BE9}">
      <dgm:prSet/>
      <dgm:spPr/>
      <dgm:t>
        <a:bodyPr/>
        <a:lstStyle/>
        <a:p>
          <a:endParaRPr lang="ro-RO"/>
        </a:p>
      </dgm:t>
    </dgm:pt>
    <dgm:pt modelId="{1695A89B-92F3-4922-862F-DF4542106513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Loss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5E85C8A5-C0DF-4FD6-A073-12C9FD055A9A}" type="parTrans" cxnId="{952FA914-5E69-467C-A1D1-D66518981666}">
      <dgm:prSet/>
      <dgm:spPr/>
      <dgm:t>
        <a:bodyPr/>
        <a:lstStyle/>
        <a:p>
          <a:endParaRPr lang="ro-RO"/>
        </a:p>
      </dgm:t>
    </dgm:pt>
    <dgm:pt modelId="{3E650EEB-52D7-4FD2-86E5-8780A2A4606E}" type="sibTrans" cxnId="{952FA914-5E69-467C-A1D1-D66518981666}">
      <dgm:prSet/>
      <dgm:spPr/>
      <dgm:t>
        <a:bodyPr/>
        <a:lstStyle/>
        <a:p>
          <a:endParaRPr lang="ro-RO"/>
        </a:p>
      </dgm:t>
    </dgm:pt>
    <dgm:pt modelId="{313B89D6-A085-4A55-BD4E-9EE516990B03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Accuracy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118B0D0F-EF3E-44F4-AF0A-E09C74BDCCDF}" type="parTrans" cxnId="{92055056-11C4-422E-9089-B7731FBE08CD}">
      <dgm:prSet/>
      <dgm:spPr/>
      <dgm:t>
        <a:bodyPr/>
        <a:lstStyle/>
        <a:p>
          <a:endParaRPr lang="ro-RO"/>
        </a:p>
      </dgm:t>
    </dgm:pt>
    <dgm:pt modelId="{6247FCC3-9682-40F5-8992-F8DEAFCCD619}" type="sibTrans" cxnId="{92055056-11C4-422E-9089-B7731FBE08CD}">
      <dgm:prSet/>
      <dgm:spPr/>
      <dgm:t>
        <a:bodyPr/>
        <a:lstStyle/>
        <a:p>
          <a:endParaRPr lang="ro-RO"/>
        </a:p>
      </dgm:t>
    </dgm:pt>
    <dgm:pt modelId="{B822565E-9BA0-43CC-88E2-B13D4FF89684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Lot de 32 </a:t>
          </a:r>
          <a:r>
            <a:rPr lang="en-US" sz="2400" dirty="0" err="1">
              <a:latin typeface="The Hand Black Mate" panose="02010606010101020104" pitchFamily="2" charset="0"/>
            </a:rPr>
            <a:t>instan</a:t>
          </a:r>
          <a:r>
            <a:rPr lang="ro-RO" sz="2400" dirty="0">
              <a:latin typeface="The Hand Black Mate" panose="02010606010101020104" pitchFamily="2" charset="0"/>
            </a:rPr>
            <a:t>ț</a:t>
          </a:r>
          <a:r>
            <a:rPr lang="en-US" sz="2400" dirty="0">
              <a:latin typeface="The Hand Black Mate" panose="02010606010101020104" pitchFamily="2" charset="0"/>
            </a:rPr>
            <a:t>e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42F2F85E-6BCC-4580-9856-ACE3F4C3511A}" type="parTrans" cxnId="{8C78795D-2737-4F1F-8869-6107543D5DF6}">
      <dgm:prSet/>
      <dgm:spPr/>
      <dgm:t>
        <a:bodyPr/>
        <a:lstStyle/>
        <a:p>
          <a:endParaRPr lang="ro-RO"/>
        </a:p>
      </dgm:t>
    </dgm:pt>
    <dgm:pt modelId="{7631B09C-1E70-4E6F-99B1-456DA57A0B7D}" type="sibTrans" cxnId="{8C78795D-2737-4F1F-8869-6107543D5DF6}">
      <dgm:prSet/>
      <dgm:spPr/>
      <dgm:t>
        <a:bodyPr/>
        <a:lstStyle/>
        <a:p>
          <a:endParaRPr lang="ro-RO"/>
        </a:p>
      </dgm:t>
    </dgm:pt>
    <dgm:pt modelId="{E96AF206-7A7D-4D94-85AA-6610CF357753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Date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CBEB7C58-A9F6-4553-9550-3851253F76B2}" type="parTrans" cxnId="{87804352-486C-435F-A7F8-E8D8AEE4C620}">
      <dgm:prSet/>
      <dgm:spPr/>
      <dgm:t>
        <a:bodyPr/>
        <a:lstStyle/>
        <a:p>
          <a:endParaRPr lang="ro-RO"/>
        </a:p>
      </dgm:t>
    </dgm:pt>
    <dgm:pt modelId="{67C55B0D-2FDA-4D17-9F54-C7E9F6561991}" type="sibTrans" cxnId="{87804352-486C-435F-A7F8-E8D8AEE4C620}">
      <dgm:prSet/>
      <dgm:spPr/>
      <dgm:t>
        <a:bodyPr/>
        <a:lstStyle/>
        <a:p>
          <a:endParaRPr lang="ro-RO"/>
        </a:p>
      </dgm:t>
    </dgm:pt>
    <dgm:pt modelId="{47BA3B79-734A-4600-BE5B-7B566E59F342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80% Input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822CF6AE-A641-4E3B-A5C3-DE2B752143F8}" type="parTrans" cxnId="{45E5D26F-0697-41D2-9A3B-ACE85B2D275C}">
      <dgm:prSet/>
      <dgm:spPr/>
      <dgm:t>
        <a:bodyPr/>
        <a:lstStyle/>
        <a:p>
          <a:endParaRPr lang="ro-RO"/>
        </a:p>
      </dgm:t>
    </dgm:pt>
    <dgm:pt modelId="{6F14271E-22E8-43BD-B6A9-6B54668AADC2}" type="sibTrans" cxnId="{45E5D26F-0697-41D2-9A3B-ACE85B2D275C}">
      <dgm:prSet/>
      <dgm:spPr/>
      <dgm:t>
        <a:bodyPr/>
        <a:lstStyle/>
        <a:p>
          <a:endParaRPr lang="ro-RO"/>
        </a:p>
      </dgm:t>
    </dgm:pt>
    <dgm:pt modelId="{A739283A-8D46-4889-AE67-AC452EDA51A9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20% </a:t>
          </a:r>
          <a:r>
            <a:rPr lang="en-US" sz="2400" dirty="0" err="1">
              <a:latin typeface="The Hand Black Mate" panose="02010606010101020104" pitchFamily="2" charset="0"/>
            </a:rPr>
            <a:t>Validare</a:t>
          </a:r>
          <a:r>
            <a:rPr lang="ro-RO" sz="2400" dirty="0">
              <a:latin typeface="The Hand Black Mate" panose="02010606010101020104" pitchFamily="2" charset="0"/>
            </a:rPr>
            <a:t> finală</a:t>
          </a:r>
        </a:p>
      </dgm:t>
    </dgm:pt>
    <dgm:pt modelId="{22420B85-3A12-4501-8868-D32CECAF4212}" type="parTrans" cxnId="{FCA6FA93-3964-484D-8DAE-B22D40BA1E6C}">
      <dgm:prSet/>
      <dgm:spPr/>
      <dgm:t>
        <a:bodyPr/>
        <a:lstStyle/>
        <a:p>
          <a:endParaRPr lang="ro-RO"/>
        </a:p>
      </dgm:t>
    </dgm:pt>
    <dgm:pt modelId="{9F608B65-9742-4FE5-A4AC-0E9C6D510A9D}" type="sibTrans" cxnId="{FCA6FA93-3964-484D-8DAE-B22D40BA1E6C}">
      <dgm:prSet/>
      <dgm:spPr/>
      <dgm:t>
        <a:bodyPr/>
        <a:lstStyle/>
        <a:p>
          <a:endParaRPr lang="ro-RO"/>
        </a:p>
      </dgm:t>
    </dgm:pt>
    <dgm:pt modelId="{88AD0A38-AEF0-46C6-BF37-807589F8832C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80% </a:t>
          </a:r>
          <a:r>
            <a:rPr lang="en-US" sz="2400" dirty="0" err="1">
              <a:latin typeface="The Hand Black Mate" panose="02010606010101020104" pitchFamily="2" charset="0"/>
            </a:rPr>
            <a:t>Antrenare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84C757C4-7EAD-4993-B5F3-8162AF689D44}" type="parTrans" cxnId="{9AE52A8E-EC32-47D0-89F9-FE604D1F400C}">
      <dgm:prSet/>
      <dgm:spPr/>
      <dgm:t>
        <a:bodyPr/>
        <a:lstStyle/>
        <a:p>
          <a:endParaRPr lang="ro-RO"/>
        </a:p>
      </dgm:t>
    </dgm:pt>
    <dgm:pt modelId="{7CA2FB4D-03E2-437B-9B1A-ED92217E73DD}" type="sibTrans" cxnId="{9AE52A8E-EC32-47D0-89F9-FE604D1F400C}">
      <dgm:prSet/>
      <dgm:spPr/>
      <dgm:t>
        <a:bodyPr/>
        <a:lstStyle/>
        <a:p>
          <a:endParaRPr lang="ro-RO"/>
        </a:p>
      </dgm:t>
    </dgm:pt>
    <dgm:pt modelId="{9BDBE981-8CFA-411E-8870-373764A9F10D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20% </a:t>
          </a:r>
          <a:r>
            <a:rPr lang="en-US" sz="2400" dirty="0" err="1">
              <a:latin typeface="The Hand Black Mate" panose="02010606010101020104" pitchFamily="2" charset="0"/>
            </a:rPr>
            <a:t>Validare</a:t>
          </a:r>
          <a:r>
            <a:rPr lang="en-US" sz="2400" dirty="0">
              <a:latin typeface="The Hand Black Mate" panose="02010606010101020104" pitchFamily="2" charset="0"/>
            </a:rPr>
            <a:t> </a:t>
          </a:r>
          <a:r>
            <a:rPr lang="en-US" sz="2400" dirty="0" err="1">
              <a:latin typeface="The Hand Black Mate" panose="02010606010101020104" pitchFamily="2" charset="0"/>
            </a:rPr>
            <a:t>activ</a:t>
          </a:r>
          <a:r>
            <a:rPr lang="ro-RO" sz="2400" dirty="0">
              <a:latin typeface="The Hand Black Mate" panose="02010606010101020104" pitchFamily="2" charset="0"/>
            </a:rPr>
            <a:t>ă</a:t>
          </a:r>
        </a:p>
      </dgm:t>
    </dgm:pt>
    <dgm:pt modelId="{104DD235-90CE-4097-BBE1-F1440BA921EC}" type="parTrans" cxnId="{F320C0E3-9A0C-4E9C-BE5D-2E49369EFB68}">
      <dgm:prSet/>
      <dgm:spPr/>
      <dgm:t>
        <a:bodyPr/>
        <a:lstStyle/>
        <a:p>
          <a:endParaRPr lang="ro-RO"/>
        </a:p>
      </dgm:t>
    </dgm:pt>
    <dgm:pt modelId="{7EE815FE-26A9-40AC-A669-431F78DA1C64}" type="sibTrans" cxnId="{F320C0E3-9A0C-4E9C-BE5D-2E49369EFB68}">
      <dgm:prSet/>
      <dgm:spPr/>
      <dgm:t>
        <a:bodyPr/>
        <a:lstStyle/>
        <a:p>
          <a:endParaRPr lang="ro-RO"/>
        </a:p>
      </dgm:t>
    </dgm:pt>
    <dgm:pt modelId="{4D916675-C68B-4CDF-8A03-E581035B496E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Re</a:t>
          </a:r>
          <a:r>
            <a:rPr lang="ro-RO" sz="2400" dirty="0">
              <a:latin typeface="The Hand Black Mate" panose="02010606010101020104" pitchFamily="2" charset="0"/>
            </a:rPr>
            <a:t>ț</a:t>
          </a:r>
          <a:r>
            <a:rPr lang="en-US" sz="2400" dirty="0" err="1">
              <a:latin typeface="The Hand Black Mate" panose="02010606010101020104" pitchFamily="2" charset="0"/>
            </a:rPr>
            <a:t>ele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6BEDAF74-A3A7-4182-9977-965F50BFF39F}" type="parTrans" cxnId="{51509733-9473-48B5-AA2F-6347E85AB19F}">
      <dgm:prSet/>
      <dgm:spPr/>
      <dgm:t>
        <a:bodyPr/>
        <a:lstStyle/>
        <a:p>
          <a:endParaRPr lang="ro-RO"/>
        </a:p>
      </dgm:t>
    </dgm:pt>
    <dgm:pt modelId="{FC9BD34E-C2A3-4A78-A015-966489EC7C28}" type="sibTrans" cxnId="{51509733-9473-48B5-AA2F-6347E85AB19F}">
      <dgm:prSet/>
      <dgm:spPr/>
      <dgm:t>
        <a:bodyPr/>
        <a:lstStyle/>
        <a:p>
          <a:endParaRPr lang="ro-RO"/>
        </a:p>
      </dgm:t>
    </dgm:pt>
    <dgm:pt modelId="{6101F044-9952-404E-8362-372C43FC1794}">
      <dgm:prSet phldrT="[Text]" custT="1"/>
      <dgm:spPr/>
      <dgm:t>
        <a:bodyPr/>
        <a:lstStyle/>
        <a:p>
          <a:r>
            <a:rPr lang="en-US" sz="2400" dirty="0" err="1">
              <a:latin typeface="The Hand Black Mate" panose="02010606010101020104" pitchFamily="2" charset="0"/>
            </a:rPr>
            <a:t>ReLU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5E1DFDC8-D0B5-493F-BE48-0B94C6F797A0}" type="parTrans" cxnId="{19A325B1-A87E-441E-A82F-6EC855326590}">
      <dgm:prSet/>
      <dgm:spPr/>
      <dgm:t>
        <a:bodyPr/>
        <a:lstStyle/>
        <a:p>
          <a:endParaRPr lang="ro-RO"/>
        </a:p>
      </dgm:t>
    </dgm:pt>
    <dgm:pt modelId="{5D2DE7E9-8B02-49C8-8BAC-E74C1C865CE8}" type="sibTrans" cxnId="{19A325B1-A87E-441E-A82F-6EC855326590}">
      <dgm:prSet/>
      <dgm:spPr/>
      <dgm:t>
        <a:bodyPr/>
        <a:lstStyle/>
        <a:p>
          <a:endParaRPr lang="ro-RO"/>
        </a:p>
      </dgm:t>
    </dgm:pt>
    <dgm:pt modelId="{8402454F-B176-4D2E-8BFC-369F412BAEAF}">
      <dgm:prSet phldrT="[Text]" custT="1"/>
      <dgm:spPr/>
      <dgm:t>
        <a:bodyPr/>
        <a:lstStyle/>
        <a:p>
          <a:r>
            <a:rPr lang="en-US" sz="2400" dirty="0">
              <a:latin typeface="The Hand Black Mate" panose="02010606010101020104" pitchFamily="2" charset="0"/>
            </a:rPr>
            <a:t>Sigmoid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CC066410-D040-4D10-8DAF-92BC9FF19CA8}" type="parTrans" cxnId="{1A788B93-1499-4DC6-9DCB-A8A0B91606ED}">
      <dgm:prSet/>
      <dgm:spPr/>
      <dgm:t>
        <a:bodyPr/>
        <a:lstStyle/>
        <a:p>
          <a:endParaRPr lang="ro-RO"/>
        </a:p>
      </dgm:t>
    </dgm:pt>
    <dgm:pt modelId="{31776653-2D73-46B7-AD95-2A2C204A89D4}" type="sibTrans" cxnId="{1A788B93-1499-4DC6-9DCB-A8A0B91606ED}">
      <dgm:prSet/>
      <dgm:spPr/>
      <dgm:t>
        <a:bodyPr/>
        <a:lstStyle/>
        <a:p>
          <a:endParaRPr lang="ro-RO"/>
        </a:p>
      </dgm:t>
    </dgm:pt>
    <dgm:pt modelId="{BA7291A7-4C8F-4B79-98DA-4FFC334857BD}">
      <dgm:prSet phldrT="[Text]" custT="1"/>
      <dgm:spPr/>
      <dgm:t>
        <a:bodyPr/>
        <a:lstStyle/>
        <a:p>
          <a:r>
            <a:rPr lang="en-US" sz="2400" dirty="0" err="1">
              <a:latin typeface="The Hand Black Mate" panose="02010606010101020104" pitchFamily="2" charset="0"/>
            </a:rPr>
            <a:t>Normalizare</a:t>
          </a:r>
          <a:r>
            <a:rPr lang="en-US" sz="2400" dirty="0">
              <a:latin typeface="The Hand Black Mate" panose="02010606010101020104" pitchFamily="2" charset="0"/>
            </a:rPr>
            <a:t> Batch</a:t>
          </a:r>
          <a:endParaRPr lang="ro-RO" sz="2400" dirty="0">
            <a:latin typeface="The Hand Black Mate" panose="02010606010101020104" pitchFamily="2" charset="0"/>
          </a:endParaRPr>
        </a:p>
      </dgm:t>
    </dgm:pt>
    <dgm:pt modelId="{38D03B98-FA86-483D-BBB4-5A8C19892C3A}" type="parTrans" cxnId="{B8D86E29-6660-462C-9DE2-764500C95C8E}">
      <dgm:prSet/>
      <dgm:spPr/>
      <dgm:t>
        <a:bodyPr/>
        <a:lstStyle/>
        <a:p>
          <a:endParaRPr lang="ro-RO"/>
        </a:p>
      </dgm:t>
    </dgm:pt>
    <dgm:pt modelId="{0B79A3E2-4A37-48AD-9FB0-761739EE06CB}" type="sibTrans" cxnId="{B8D86E29-6660-462C-9DE2-764500C95C8E}">
      <dgm:prSet/>
      <dgm:spPr/>
      <dgm:t>
        <a:bodyPr/>
        <a:lstStyle/>
        <a:p>
          <a:endParaRPr lang="ro-RO"/>
        </a:p>
      </dgm:t>
    </dgm:pt>
    <dgm:pt modelId="{DEF72CE2-E0C0-434F-A324-7C1C1FA223C5}" type="pres">
      <dgm:prSet presAssocID="{0E48DD9C-98D0-4140-84A6-D3407030AD9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3831547-33DB-46BC-9C05-B1883AD2489C}" type="pres">
      <dgm:prSet presAssocID="{D0B9BC2D-8A1D-4E93-8501-914F21E6138B}" presName="root1" presStyleCnt="0"/>
      <dgm:spPr/>
    </dgm:pt>
    <dgm:pt modelId="{783480AA-48D2-4F1C-A341-4204105981C1}" type="pres">
      <dgm:prSet presAssocID="{D0B9BC2D-8A1D-4E93-8501-914F21E6138B}" presName="LevelOneTextNode" presStyleLbl="node0" presStyleIdx="0" presStyleCnt="3">
        <dgm:presLayoutVars>
          <dgm:chPref val="3"/>
        </dgm:presLayoutVars>
      </dgm:prSet>
      <dgm:spPr/>
    </dgm:pt>
    <dgm:pt modelId="{0385E04E-2E46-4230-A546-C272400BDFC5}" type="pres">
      <dgm:prSet presAssocID="{D0B9BC2D-8A1D-4E93-8501-914F21E6138B}" presName="level2hierChild" presStyleCnt="0"/>
      <dgm:spPr/>
    </dgm:pt>
    <dgm:pt modelId="{31DEA0D6-2D45-4C7C-9FD2-021E76AE6B5C}" type="pres">
      <dgm:prSet presAssocID="{52DED006-CE4D-4A3F-821F-D1844637DF83}" presName="conn2-1" presStyleLbl="parChTrans1D2" presStyleIdx="0" presStyleCnt="9"/>
      <dgm:spPr/>
    </dgm:pt>
    <dgm:pt modelId="{F7D2A17A-6311-49F7-9720-AA6F630991D5}" type="pres">
      <dgm:prSet presAssocID="{52DED006-CE4D-4A3F-821F-D1844637DF83}" presName="connTx" presStyleLbl="parChTrans1D2" presStyleIdx="0" presStyleCnt="9"/>
      <dgm:spPr/>
    </dgm:pt>
    <dgm:pt modelId="{E0C8020D-9E67-44F3-8ECD-28BB91DC9977}" type="pres">
      <dgm:prSet presAssocID="{281F3194-7989-4A2C-856D-407598C86968}" presName="root2" presStyleCnt="0"/>
      <dgm:spPr/>
    </dgm:pt>
    <dgm:pt modelId="{608C5560-9C14-4CC0-8187-68CE43B235C1}" type="pres">
      <dgm:prSet presAssocID="{281F3194-7989-4A2C-856D-407598C86968}" presName="LevelTwoTextNode" presStyleLbl="node2" presStyleIdx="0" presStyleCnt="9">
        <dgm:presLayoutVars>
          <dgm:chPref val="3"/>
        </dgm:presLayoutVars>
      </dgm:prSet>
      <dgm:spPr/>
    </dgm:pt>
    <dgm:pt modelId="{7BEA93CB-5E60-434A-B0C1-01E459B5B4B5}" type="pres">
      <dgm:prSet presAssocID="{281F3194-7989-4A2C-856D-407598C86968}" presName="level3hierChild" presStyleCnt="0"/>
      <dgm:spPr/>
    </dgm:pt>
    <dgm:pt modelId="{6AA682F7-857E-4E82-939D-DDC8BFAF44A0}" type="pres">
      <dgm:prSet presAssocID="{B7F6A647-978B-421D-80E2-915C9DA69600}" presName="conn2-1" presStyleLbl="parChTrans1D2" presStyleIdx="1" presStyleCnt="9"/>
      <dgm:spPr/>
    </dgm:pt>
    <dgm:pt modelId="{2821CCFA-4F67-4CEB-A280-EB87BCF7C1D4}" type="pres">
      <dgm:prSet presAssocID="{B7F6A647-978B-421D-80E2-915C9DA69600}" presName="connTx" presStyleLbl="parChTrans1D2" presStyleIdx="1" presStyleCnt="9"/>
      <dgm:spPr/>
    </dgm:pt>
    <dgm:pt modelId="{85FAC0F0-05E6-457F-901F-A0B6E5A4495E}" type="pres">
      <dgm:prSet presAssocID="{842C4559-4AC0-4C13-AD5F-20A9954A8AD8}" presName="root2" presStyleCnt="0"/>
      <dgm:spPr/>
    </dgm:pt>
    <dgm:pt modelId="{698DE39C-3937-4443-8694-E46604C4C77B}" type="pres">
      <dgm:prSet presAssocID="{842C4559-4AC0-4C13-AD5F-20A9954A8AD8}" presName="LevelTwoTextNode" presStyleLbl="node2" presStyleIdx="1" presStyleCnt="9">
        <dgm:presLayoutVars>
          <dgm:chPref val="3"/>
        </dgm:presLayoutVars>
      </dgm:prSet>
      <dgm:spPr/>
    </dgm:pt>
    <dgm:pt modelId="{1D669C93-BC06-4E7E-BBF1-8BC2AE0A00D4}" type="pres">
      <dgm:prSet presAssocID="{842C4559-4AC0-4C13-AD5F-20A9954A8AD8}" presName="level3hierChild" presStyleCnt="0"/>
      <dgm:spPr/>
    </dgm:pt>
    <dgm:pt modelId="{EA2FFC5E-CFEA-402E-AE19-7DCA74CBEEB9}" type="pres">
      <dgm:prSet presAssocID="{F3F841A6-C614-4FB6-86E5-F54AE4B183C3}" presName="conn2-1" presStyleLbl="parChTrans1D2" presStyleIdx="2" presStyleCnt="9"/>
      <dgm:spPr/>
    </dgm:pt>
    <dgm:pt modelId="{BDBE16B1-0BA2-4792-9E68-66FACE02A9CF}" type="pres">
      <dgm:prSet presAssocID="{F3F841A6-C614-4FB6-86E5-F54AE4B183C3}" presName="connTx" presStyleLbl="parChTrans1D2" presStyleIdx="2" presStyleCnt="9"/>
      <dgm:spPr/>
    </dgm:pt>
    <dgm:pt modelId="{D3A75479-971F-44FF-AA74-3B33DEEE2ED4}" type="pres">
      <dgm:prSet presAssocID="{C6C38AF0-DF45-4568-A534-F965CC5E6211}" presName="root2" presStyleCnt="0"/>
      <dgm:spPr/>
    </dgm:pt>
    <dgm:pt modelId="{D7C51CBC-B6D9-4B5A-BCBF-528EE965B5C1}" type="pres">
      <dgm:prSet presAssocID="{C6C38AF0-DF45-4568-A534-F965CC5E6211}" presName="LevelTwoTextNode" presStyleLbl="node2" presStyleIdx="2" presStyleCnt="9">
        <dgm:presLayoutVars>
          <dgm:chPref val="3"/>
        </dgm:presLayoutVars>
      </dgm:prSet>
      <dgm:spPr/>
    </dgm:pt>
    <dgm:pt modelId="{0C161EFA-29F1-460C-A772-B643B730EBA4}" type="pres">
      <dgm:prSet presAssocID="{C6C38AF0-DF45-4568-A534-F965CC5E6211}" presName="level3hierChild" presStyleCnt="0"/>
      <dgm:spPr/>
    </dgm:pt>
    <dgm:pt modelId="{E7891A73-5E66-4CC6-B909-7BDCF4A3BC83}" type="pres">
      <dgm:prSet presAssocID="{E27C45F5-5886-476F-9D94-5652F43EA957}" presName="conn2-1" presStyleLbl="parChTrans1D3" presStyleIdx="0" presStyleCnt="5"/>
      <dgm:spPr/>
    </dgm:pt>
    <dgm:pt modelId="{47EDE541-299C-4028-AB56-DCB834C52A89}" type="pres">
      <dgm:prSet presAssocID="{E27C45F5-5886-476F-9D94-5652F43EA957}" presName="connTx" presStyleLbl="parChTrans1D3" presStyleIdx="0" presStyleCnt="5"/>
      <dgm:spPr/>
    </dgm:pt>
    <dgm:pt modelId="{4A25491F-5138-430E-B6B3-8EC31418F812}" type="pres">
      <dgm:prSet presAssocID="{7307EABB-97A1-416E-8A2C-A393F43568DC}" presName="root2" presStyleCnt="0"/>
      <dgm:spPr/>
    </dgm:pt>
    <dgm:pt modelId="{EEB342FF-7A88-4B87-964A-1FFC2B8019D1}" type="pres">
      <dgm:prSet presAssocID="{7307EABB-97A1-416E-8A2C-A393F43568DC}" presName="LevelTwoTextNode" presStyleLbl="node3" presStyleIdx="0" presStyleCnt="5">
        <dgm:presLayoutVars>
          <dgm:chPref val="3"/>
        </dgm:presLayoutVars>
      </dgm:prSet>
      <dgm:spPr/>
    </dgm:pt>
    <dgm:pt modelId="{292633DA-431D-4B51-8BB0-B7BB1166B9EC}" type="pres">
      <dgm:prSet presAssocID="{7307EABB-97A1-416E-8A2C-A393F43568DC}" presName="level3hierChild" presStyleCnt="0"/>
      <dgm:spPr/>
    </dgm:pt>
    <dgm:pt modelId="{D649C0AD-B5E3-4535-BD88-65B84319ACA0}" type="pres">
      <dgm:prSet presAssocID="{5E85C8A5-C0DF-4FD6-A073-12C9FD055A9A}" presName="conn2-1" presStyleLbl="parChTrans1D3" presStyleIdx="1" presStyleCnt="5"/>
      <dgm:spPr/>
    </dgm:pt>
    <dgm:pt modelId="{C22F863B-DFC2-4E37-982F-2CAE58AC165A}" type="pres">
      <dgm:prSet presAssocID="{5E85C8A5-C0DF-4FD6-A073-12C9FD055A9A}" presName="connTx" presStyleLbl="parChTrans1D3" presStyleIdx="1" presStyleCnt="5"/>
      <dgm:spPr/>
    </dgm:pt>
    <dgm:pt modelId="{DE70E2EC-DEAA-4536-88CF-0B3C50401320}" type="pres">
      <dgm:prSet presAssocID="{1695A89B-92F3-4922-862F-DF4542106513}" presName="root2" presStyleCnt="0"/>
      <dgm:spPr/>
    </dgm:pt>
    <dgm:pt modelId="{11C7D1AA-0C73-46CF-B64B-355D6BEFCB5A}" type="pres">
      <dgm:prSet presAssocID="{1695A89B-92F3-4922-862F-DF4542106513}" presName="LevelTwoTextNode" presStyleLbl="node3" presStyleIdx="1" presStyleCnt="5">
        <dgm:presLayoutVars>
          <dgm:chPref val="3"/>
        </dgm:presLayoutVars>
      </dgm:prSet>
      <dgm:spPr/>
    </dgm:pt>
    <dgm:pt modelId="{4AB5ED12-A9F4-41CD-BAC2-38D6822548AD}" type="pres">
      <dgm:prSet presAssocID="{1695A89B-92F3-4922-862F-DF4542106513}" presName="level3hierChild" presStyleCnt="0"/>
      <dgm:spPr/>
    </dgm:pt>
    <dgm:pt modelId="{1FAEA356-B80C-4034-B55E-7C99EC9CF436}" type="pres">
      <dgm:prSet presAssocID="{118B0D0F-EF3E-44F4-AF0A-E09C74BDCCDF}" presName="conn2-1" presStyleLbl="parChTrans1D3" presStyleIdx="2" presStyleCnt="5"/>
      <dgm:spPr/>
    </dgm:pt>
    <dgm:pt modelId="{4AFE7FCC-D03A-4136-AF2A-AA62A26085F0}" type="pres">
      <dgm:prSet presAssocID="{118B0D0F-EF3E-44F4-AF0A-E09C74BDCCDF}" presName="connTx" presStyleLbl="parChTrans1D3" presStyleIdx="2" presStyleCnt="5"/>
      <dgm:spPr/>
    </dgm:pt>
    <dgm:pt modelId="{DDB38181-363B-4034-B93A-B900F726387B}" type="pres">
      <dgm:prSet presAssocID="{313B89D6-A085-4A55-BD4E-9EE516990B03}" presName="root2" presStyleCnt="0"/>
      <dgm:spPr/>
    </dgm:pt>
    <dgm:pt modelId="{9E84098F-470F-493A-87F7-4EFD485E30BD}" type="pres">
      <dgm:prSet presAssocID="{313B89D6-A085-4A55-BD4E-9EE516990B03}" presName="LevelTwoTextNode" presStyleLbl="node3" presStyleIdx="2" presStyleCnt="5">
        <dgm:presLayoutVars>
          <dgm:chPref val="3"/>
        </dgm:presLayoutVars>
      </dgm:prSet>
      <dgm:spPr/>
    </dgm:pt>
    <dgm:pt modelId="{2B97C219-7A9A-4190-A51E-5DFCD1569086}" type="pres">
      <dgm:prSet presAssocID="{313B89D6-A085-4A55-BD4E-9EE516990B03}" presName="level3hierChild" presStyleCnt="0"/>
      <dgm:spPr/>
    </dgm:pt>
    <dgm:pt modelId="{F69891AF-EDF4-448E-90C6-5FB1E335F7A8}" type="pres">
      <dgm:prSet presAssocID="{213A43CE-4D45-4874-9870-7E980C7E7021}" presName="root1" presStyleCnt="0"/>
      <dgm:spPr/>
    </dgm:pt>
    <dgm:pt modelId="{15FC2F48-70E8-443D-BB22-30BE4DFAA4A0}" type="pres">
      <dgm:prSet presAssocID="{213A43CE-4D45-4874-9870-7E980C7E7021}" presName="LevelOneTextNode" presStyleLbl="node0" presStyleIdx="1" presStyleCnt="3">
        <dgm:presLayoutVars>
          <dgm:chPref val="3"/>
        </dgm:presLayoutVars>
      </dgm:prSet>
      <dgm:spPr/>
    </dgm:pt>
    <dgm:pt modelId="{5EC9F45C-256B-49BD-88F9-6F32C2BEBB4C}" type="pres">
      <dgm:prSet presAssocID="{213A43CE-4D45-4874-9870-7E980C7E7021}" presName="level2hierChild" presStyleCnt="0"/>
      <dgm:spPr/>
    </dgm:pt>
    <dgm:pt modelId="{DD672FEA-9CDB-47B3-8372-B2DFB2D32E9D}" type="pres">
      <dgm:prSet presAssocID="{377B6D59-2FB5-4B2B-B1E9-194217E31F35}" presName="conn2-1" presStyleLbl="parChTrans1D2" presStyleIdx="3" presStyleCnt="9"/>
      <dgm:spPr/>
    </dgm:pt>
    <dgm:pt modelId="{4483D1BF-CF63-4857-83B3-E790BE5FEECF}" type="pres">
      <dgm:prSet presAssocID="{377B6D59-2FB5-4B2B-B1E9-194217E31F35}" presName="connTx" presStyleLbl="parChTrans1D2" presStyleIdx="3" presStyleCnt="9"/>
      <dgm:spPr/>
    </dgm:pt>
    <dgm:pt modelId="{B7EF471A-905E-494C-A7A8-26FCDA3FB2C6}" type="pres">
      <dgm:prSet presAssocID="{7408BF0A-9B6A-4148-8711-A81AC1EDD8CD}" presName="root2" presStyleCnt="0"/>
      <dgm:spPr/>
    </dgm:pt>
    <dgm:pt modelId="{C916A101-1295-4482-87B0-9C9B957D685B}" type="pres">
      <dgm:prSet presAssocID="{7408BF0A-9B6A-4148-8711-A81AC1EDD8CD}" presName="LevelTwoTextNode" presStyleLbl="node2" presStyleIdx="3" presStyleCnt="9">
        <dgm:presLayoutVars>
          <dgm:chPref val="3"/>
        </dgm:presLayoutVars>
      </dgm:prSet>
      <dgm:spPr/>
    </dgm:pt>
    <dgm:pt modelId="{E871802B-DF0B-4E0C-855C-022DBCE4B9C8}" type="pres">
      <dgm:prSet presAssocID="{7408BF0A-9B6A-4148-8711-A81AC1EDD8CD}" presName="level3hierChild" presStyleCnt="0"/>
      <dgm:spPr/>
    </dgm:pt>
    <dgm:pt modelId="{950118DD-802A-44B4-BE8A-3ABA7E7D09F4}" type="pres">
      <dgm:prSet presAssocID="{42F2F85E-6BCC-4580-9856-ACE3F4C3511A}" presName="conn2-1" presStyleLbl="parChTrans1D2" presStyleIdx="4" presStyleCnt="9"/>
      <dgm:spPr/>
    </dgm:pt>
    <dgm:pt modelId="{83BCA916-6049-4948-8D19-130AD76C514A}" type="pres">
      <dgm:prSet presAssocID="{42F2F85E-6BCC-4580-9856-ACE3F4C3511A}" presName="connTx" presStyleLbl="parChTrans1D2" presStyleIdx="4" presStyleCnt="9"/>
      <dgm:spPr/>
    </dgm:pt>
    <dgm:pt modelId="{BF281FC9-CAEE-4913-8D11-FF33426D10DE}" type="pres">
      <dgm:prSet presAssocID="{B822565E-9BA0-43CC-88E2-B13D4FF89684}" presName="root2" presStyleCnt="0"/>
      <dgm:spPr/>
    </dgm:pt>
    <dgm:pt modelId="{3D24216F-A610-4C59-8354-B0A0C41E9705}" type="pres">
      <dgm:prSet presAssocID="{B822565E-9BA0-43CC-88E2-B13D4FF89684}" presName="LevelTwoTextNode" presStyleLbl="node2" presStyleIdx="4" presStyleCnt="9">
        <dgm:presLayoutVars>
          <dgm:chPref val="3"/>
        </dgm:presLayoutVars>
      </dgm:prSet>
      <dgm:spPr/>
    </dgm:pt>
    <dgm:pt modelId="{C6B95A3C-AE6A-406E-86FA-F670F5CEA3F8}" type="pres">
      <dgm:prSet presAssocID="{B822565E-9BA0-43CC-88E2-B13D4FF89684}" presName="level3hierChild" presStyleCnt="0"/>
      <dgm:spPr/>
    </dgm:pt>
    <dgm:pt modelId="{121BA2F6-B071-4FF3-8855-087D4C22C0A4}" type="pres">
      <dgm:prSet presAssocID="{CBEB7C58-A9F6-4553-9550-3851253F76B2}" presName="conn2-1" presStyleLbl="parChTrans1D2" presStyleIdx="5" presStyleCnt="9"/>
      <dgm:spPr/>
    </dgm:pt>
    <dgm:pt modelId="{4AC4B403-DCFC-45DC-9681-740AC590E186}" type="pres">
      <dgm:prSet presAssocID="{CBEB7C58-A9F6-4553-9550-3851253F76B2}" presName="connTx" presStyleLbl="parChTrans1D2" presStyleIdx="5" presStyleCnt="9"/>
      <dgm:spPr/>
    </dgm:pt>
    <dgm:pt modelId="{FCFB5B9B-5734-46F4-BCEE-5A41BF362289}" type="pres">
      <dgm:prSet presAssocID="{E96AF206-7A7D-4D94-85AA-6610CF357753}" presName="root2" presStyleCnt="0"/>
      <dgm:spPr/>
    </dgm:pt>
    <dgm:pt modelId="{286011E4-DB2A-49ED-A763-582AEE9BD6BF}" type="pres">
      <dgm:prSet presAssocID="{E96AF206-7A7D-4D94-85AA-6610CF357753}" presName="LevelTwoTextNode" presStyleLbl="node2" presStyleIdx="5" presStyleCnt="9">
        <dgm:presLayoutVars>
          <dgm:chPref val="3"/>
        </dgm:presLayoutVars>
      </dgm:prSet>
      <dgm:spPr/>
    </dgm:pt>
    <dgm:pt modelId="{2FC15BA8-2C02-4F4D-9CCB-79E3204374C1}" type="pres">
      <dgm:prSet presAssocID="{E96AF206-7A7D-4D94-85AA-6610CF357753}" presName="level3hierChild" presStyleCnt="0"/>
      <dgm:spPr/>
    </dgm:pt>
    <dgm:pt modelId="{9EB8699D-57A3-48B7-B332-64951FE490BF}" type="pres">
      <dgm:prSet presAssocID="{822CF6AE-A641-4E3B-A5C3-DE2B752143F8}" presName="conn2-1" presStyleLbl="parChTrans1D3" presStyleIdx="3" presStyleCnt="5"/>
      <dgm:spPr/>
    </dgm:pt>
    <dgm:pt modelId="{24848820-753B-4AF9-9A13-780C187AA925}" type="pres">
      <dgm:prSet presAssocID="{822CF6AE-A641-4E3B-A5C3-DE2B752143F8}" presName="connTx" presStyleLbl="parChTrans1D3" presStyleIdx="3" presStyleCnt="5"/>
      <dgm:spPr/>
    </dgm:pt>
    <dgm:pt modelId="{AB14CACA-57BB-4630-800B-68B69366199C}" type="pres">
      <dgm:prSet presAssocID="{47BA3B79-734A-4600-BE5B-7B566E59F342}" presName="root2" presStyleCnt="0"/>
      <dgm:spPr/>
    </dgm:pt>
    <dgm:pt modelId="{9AD22B66-C423-4B2E-B0FE-C6DBD5575C77}" type="pres">
      <dgm:prSet presAssocID="{47BA3B79-734A-4600-BE5B-7B566E59F342}" presName="LevelTwoTextNode" presStyleLbl="node3" presStyleIdx="3" presStyleCnt="5">
        <dgm:presLayoutVars>
          <dgm:chPref val="3"/>
        </dgm:presLayoutVars>
      </dgm:prSet>
      <dgm:spPr/>
    </dgm:pt>
    <dgm:pt modelId="{FB1BB92C-131F-4067-A211-EDAEA63B09EE}" type="pres">
      <dgm:prSet presAssocID="{47BA3B79-734A-4600-BE5B-7B566E59F342}" presName="level3hierChild" presStyleCnt="0"/>
      <dgm:spPr/>
    </dgm:pt>
    <dgm:pt modelId="{D7525E39-6298-47C3-AF9B-4C0179538C80}" type="pres">
      <dgm:prSet presAssocID="{84C757C4-7EAD-4993-B5F3-8162AF689D44}" presName="conn2-1" presStyleLbl="parChTrans1D4" presStyleIdx="0" presStyleCnt="2"/>
      <dgm:spPr/>
    </dgm:pt>
    <dgm:pt modelId="{7ED840A1-7FF7-451E-9EEB-342358DCFCD2}" type="pres">
      <dgm:prSet presAssocID="{84C757C4-7EAD-4993-B5F3-8162AF689D44}" presName="connTx" presStyleLbl="parChTrans1D4" presStyleIdx="0" presStyleCnt="2"/>
      <dgm:spPr/>
    </dgm:pt>
    <dgm:pt modelId="{5048EEB8-7844-4B33-81BE-EE003A6F8B86}" type="pres">
      <dgm:prSet presAssocID="{88AD0A38-AEF0-46C6-BF37-807589F8832C}" presName="root2" presStyleCnt="0"/>
      <dgm:spPr/>
    </dgm:pt>
    <dgm:pt modelId="{6134BF68-56E5-4BCD-A93E-A5CF6D8F78DF}" type="pres">
      <dgm:prSet presAssocID="{88AD0A38-AEF0-46C6-BF37-807589F8832C}" presName="LevelTwoTextNode" presStyleLbl="node4" presStyleIdx="0" presStyleCnt="2">
        <dgm:presLayoutVars>
          <dgm:chPref val="3"/>
        </dgm:presLayoutVars>
      </dgm:prSet>
      <dgm:spPr/>
    </dgm:pt>
    <dgm:pt modelId="{1A91C264-1F43-4CF1-9529-AC1654E9D905}" type="pres">
      <dgm:prSet presAssocID="{88AD0A38-AEF0-46C6-BF37-807589F8832C}" presName="level3hierChild" presStyleCnt="0"/>
      <dgm:spPr/>
    </dgm:pt>
    <dgm:pt modelId="{869AE1D5-CDA5-43AC-B5B9-67AABAF249B3}" type="pres">
      <dgm:prSet presAssocID="{104DD235-90CE-4097-BBE1-F1440BA921EC}" presName="conn2-1" presStyleLbl="parChTrans1D4" presStyleIdx="1" presStyleCnt="2"/>
      <dgm:spPr/>
    </dgm:pt>
    <dgm:pt modelId="{3DEAB0AC-7EC9-4A5D-9AFA-E3D17A1663CB}" type="pres">
      <dgm:prSet presAssocID="{104DD235-90CE-4097-BBE1-F1440BA921EC}" presName="connTx" presStyleLbl="parChTrans1D4" presStyleIdx="1" presStyleCnt="2"/>
      <dgm:spPr/>
    </dgm:pt>
    <dgm:pt modelId="{F032BEE5-ABBB-416D-912F-D1EF82D52AA3}" type="pres">
      <dgm:prSet presAssocID="{9BDBE981-8CFA-411E-8870-373764A9F10D}" presName="root2" presStyleCnt="0"/>
      <dgm:spPr/>
    </dgm:pt>
    <dgm:pt modelId="{5F7CF47C-1E30-4D24-99B0-2E03C91C2CAB}" type="pres">
      <dgm:prSet presAssocID="{9BDBE981-8CFA-411E-8870-373764A9F10D}" presName="LevelTwoTextNode" presStyleLbl="node4" presStyleIdx="1" presStyleCnt="2">
        <dgm:presLayoutVars>
          <dgm:chPref val="3"/>
        </dgm:presLayoutVars>
      </dgm:prSet>
      <dgm:spPr/>
    </dgm:pt>
    <dgm:pt modelId="{1628F5A7-75CE-40EE-A44E-7AA125ECC3D5}" type="pres">
      <dgm:prSet presAssocID="{9BDBE981-8CFA-411E-8870-373764A9F10D}" presName="level3hierChild" presStyleCnt="0"/>
      <dgm:spPr/>
    </dgm:pt>
    <dgm:pt modelId="{FAB38497-1FC5-4082-8242-D5DBD4AAF9CA}" type="pres">
      <dgm:prSet presAssocID="{22420B85-3A12-4501-8868-D32CECAF4212}" presName="conn2-1" presStyleLbl="parChTrans1D3" presStyleIdx="4" presStyleCnt="5"/>
      <dgm:spPr/>
    </dgm:pt>
    <dgm:pt modelId="{7393CC74-9E02-4FD8-B7F9-6972A5EB9D06}" type="pres">
      <dgm:prSet presAssocID="{22420B85-3A12-4501-8868-D32CECAF4212}" presName="connTx" presStyleLbl="parChTrans1D3" presStyleIdx="4" presStyleCnt="5"/>
      <dgm:spPr/>
    </dgm:pt>
    <dgm:pt modelId="{FBF18123-4249-40A4-9E15-726B81F496AC}" type="pres">
      <dgm:prSet presAssocID="{A739283A-8D46-4889-AE67-AC452EDA51A9}" presName="root2" presStyleCnt="0"/>
      <dgm:spPr/>
    </dgm:pt>
    <dgm:pt modelId="{0C4EACE1-2286-4F31-9B3F-553559E87265}" type="pres">
      <dgm:prSet presAssocID="{A739283A-8D46-4889-AE67-AC452EDA51A9}" presName="LevelTwoTextNode" presStyleLbl="node3" presStyleIdx="4" presStyleCnt="5">
        <dgm:presLayoutVars>
          <dgm:chPref val="3"/>
        </dgm:presLayoutVars>
      </dgm:prSet>
      <dgm:spPr/>
    </dgm:pt>
    <dgm:pt modelId="{62EEBE6F-879E-4479-B224-F1D38F3B8CCB}" type="pres">
      <dgm:prSet presAssocID="{A739283A-8D46-4889-AE67-AC452EDA51A9}" presName="level3hierChild" presStyleCnt="0"/>
      <dgm:spPr/>
    </dgm:pt>
    <dgm:pt modelId="{331A5A35-BC34-4931-B200-FE1D97C9DD2E}" type="pres">
      <dgm:prSet presAssocID="{4D916675-C68B-4CDF-8A03-E581035B496E}" presName="root1" presStyleCnt="0"/>
      <dgm:spPr/>
    </dgm:pt>
    <dgm:pt modelId="{0D89B890-6FEC-4DC2-9908-1292DFE0DCB7}" type="pres">
      <dgm:prSet presAssocID="{4D916675-C68B-4CDF-8A03-E581035B496E}" presName="LevelOneTextNode" presStyleLbl="node0" presStyleIdx="2" presStyleCnt="3">
        <dgm:presLayoutVars>
          <dgm:chPref val="3"/>
        </dgm:presLayoutVars>
      </dgm:prSet>
      <dgm:spPr/>
    </dgm:pt>
    <dgm:pt modelId="{CBA540E0-217F-4E35-8E9A-FC489935507F}" type="pres">
      <dgm:prSet presAssocID="{4D916675-C68B-4CDF-8A03-E581035B496E}" presName="level2hierChild" presStyleCnt="0"/>
      <dgm:spPr/>
    </dgm:pt>
    <dgm:pt modelId="{DC7E7F6B-F902-470A-9FDE-FACDF4E7BCE3}" type="pres">
      <dgm:prSet presAssocID="{5E1DFDC8-D0B5-493F-BE48-0B94C6F797A0}" presName="conn2-1" presStyleLbl="parChTrans1D2" presStyleIdx="6" presStyleCnt="9"/>
      <dgm:spPr/>
    </dgm:pt>
    <dgm:pt modelId="{2DB46CD6-7A60-4F02-AEB0-FF2409329275}" type="pres">
      <dgm:prSet presAssocID="{5E1DFDC8-D0B5-493F-BE48-0B94C6F797A0}" presName="connTx" presStyleLbl="parChTrans1D2" presStyleIdx="6" presStyleCnt="9"/>
      <dgm:spPr/>
    </dgm:pt>
    <dgm:pt modelId="{473056D6-C50E-429E-8F78-19E669E776AF}" type="pres">
      <dgm:prSet presAssocID="{6101F044-9952-404E-8362-372C43FC1794}" presName="root2" presStyleCnt="0"/>
      <dgm:spPr/>
    </dgm:pt>
    <dgm:pt modelId="{2BD56D2E-DCA5-43C0-9EA4-2A45CBF2E753}" type="pres">
      <dgm:prSet presAssocID="{6101F044-9952-404E-8362-372C43FC1794}" presName="LevelTwoTextNode" presStyleLbl="node2" presStyleIdx="6" presStyleCnt="9">
        <dgm:presLayoutVars>
          <dgm:chPref val="3"/>
        </dgm:presLayoutVars>
      </dgm:prSet>
      <dgm:spPr/>
    </dgm:pt>
    <dgm:pt modelId="{9BD9C969-DB08-4C17-84FD-8E48B8DC247D}" type="pres">
      <dgm:prSet presAssocID="{6101F044-9952-404E-8362-372C43FC1794}" presName="level3hierChild" presStyleCnt="0"/>
      <dgm:spPr/>
    </dgm:pt>
    <dgm:pt modelId="{E664FFC5-F314-40CB-90E0-FB2C78CC2CED}" type="pres">
      <dgm:prSet presAssocID="{CC066410-D040-4D10-8DAF-92BC9FF19CA8}" presName="conn2-1" presStyleLbl="parChTrans1D2" presStyleIdx="7" presStyleCnt="9"/>
      <dgm:spPr/>
    </dgm:pt>
    <dgm:pt modelId="{56795B3D-5EBE-44E1-9F5A-0DD7A86F3E9C}" type="pres">
      <dgm:prSet presAssocID="{CC066410-D040-4D10-8DAF-92BC9FF19CA8}" presName="connTx" presStyleLbl="parChTrans1D2" presStyleIdx="7" presStyleCnt="9"/>
      <dgm:spPr/>
    </dgm:pt>
    <dgm:pt modelId="{F6F4AB6F-ED62-4DD9-9C0A-D8F2328DB768}" type="pres">
      <dgm:prSet presAssocID="{8402454F-B176-4D2E-8BFC-369F412BAEAF}" presName="root2" presStyleCnt="0"/>
      <dgm:spPr/>
    </dgm:pt>
    <dgm:pt modelId="{83F2BAFA-0142-4141-9162-76B58A9AD71C}" type="pres">
      <dgm:prSet presAssocID="{8402454F-B176-4D2E-8BFC-369F412BAEAF}" presName="LevelTwoTextNode" presStyleLbl="node2" presStyleIdx="7" presStyleCnt="9">
        <dgm:presLayoutVars>
          <dgm:chPref val="3"/>
        </dgm:presLayoutVars>
      </dgm:prSet>
      <dgm:spPr/>
    </dgm:pt>
    <dgm:pt modelId="{B9D39CAD-B632-4BDF-A9A3-E411A3C0CB91}" type="pres">
      <dgm:prSet presAssocID="{8402454F-B176-4D2E-8BFC-369F412BAEAF}" presName="level3hierChild" presStyleCnt="0"/>
      <dgm:spPr/>
    </dgm:pt>
    <dgm:pt modelId="{D4E67875-16B8-452B-BB24-4026CC813045}" type="pres">
      <dgm:prSet presAssocID="{38D03B98-FA86-483D-BBB4-5A8C19892C3A}" presName="conn2-1" presStyleLbl="parChTrans1D2" presStyleIdx="8" presStyleCnt="9"/>
      <dgm:spPr/>
    </dgm:pt>
    <dgm:pt modelId="{A78D0D8F-D0B0-41C0-A668-91630DE145FD}" type="pres">
      <dgm:prSet presAssocID="{38D03B98-FA86-483D-BBB4-5A8C19892C3A}" presName="connTx" presStyleLbl="parChTrans1D2" presStyleIdx="8" presStyleCnt="9"/>
      <dgm:spPr/>
    </dgm:pt>
    <dgm:pt modelId="{044D119A-E271-4114-B958-3A83A5885602}" type="pres">
      <dgm:prSet presAssocID="{BA7291A7-4C8F-4B79-98DA-4FFC334857BD}" presName="root2" presStyleCnt="0"/>
      <dgm:spPr/>
    </dgm:pt>
    <dgm:pt modelId="{9782F0FF-1316-4201-A8C5-50CBBE4E0D84}" type="pres">
      <dgm:prSet presAssocID="{BA7291A7-4C8F-4B79-98DA-4FFC334857BD}" presName="LevelTwoTextNode" presStyleLbl="node2" presStyleIdx="8" presStyleCnt="9">
        <dgm:presLayoutVars>
          <dgm:chPref val="3"/>
        </dgm:presLayoutVars>
      </dgm:prSet>
      <dgm:spPr/>
    </dgm:pt>
    <dgm:pt modelId="{9A585A29-A7CB-49C7-87E7-DBE375D34901}" type="pres">
      <dgm:prSet presAssocID="{BA7291A7-4C8F-4B79-98DA-4FFC334857BD}" presName="level3hierChild" presStyleCnt="0"/>
      <dgm:spPr/>
    </dgm:pt>
  </dgm:ptLst>
  <dgm:cxnLst>
    <dgm:cxn modelId="{96D4EE00-FD70-4E88-8EBA-FB5FE81B3EEA}" type="presOf" srcId="{52DED006-CE4D-4A3F-821F-D1844637DF83}" destId="{F7D2A17A-6311-49F7-9720-AA6F630991D5}" srcOrd="1" destOrd="0" presId="urn:microsoft.com/office/officeart/2005/8/layout/hierarchy2"/>
    <dgm:cxn modelId="{9712F000-EF92-4DB4-B182-4297B6256619}" srcId="{213A43CE-4D45-4874-9870-7E980C7E7021}" destId="{7408BF0A-9B6A-4148-8711-A81AC1EDD8CD}" srcOrd="0" destOrd="0" parTransId="{377B6D59-2FB5-4B2B-B1E9-194217E31F35}" sibTransId="{B683130B-82D4-4D68-9FBB-5764C691B4B7}"/>
    <dgm:cxn modelId="{E4ADD505-8FC6-40E1-9CA2-EC823295EAAE}" type="presOf" srcId="{8402454F-B176-4D2E-8BFC-369F412BAEAF}" destId="{83F2BAFA-0142-4141-9162-76B58A9AD71C}" srcOrd="0" destOrd="0" presId="urn:microsoft.com/office/officeart/2005/8/layout/hierarchy2"/>
    <dgm:cxn modelId="{B6B4FA07-4376-4E9F-81D5-BFA0F14C9FF9}" type="presOf" srcId="{CC066410-D040-4D10-8DAF-92BC9FF19CA8}" destId="{E664FFC5-F314-40CB-90E0-FB2C78CC2CED}" srcOrd="0" destOrd="0" presId="urn:microsoft.com/office/officeart/2005/8/layout/hierarchy2"/>
    <dgm:cxn modelId="{73F79F08-590D-4824-9485-153798AA08D6}" type="presOf" srcId="{1695A89B-92F3-4922-862F-DF4542106513}" destId="{11C7D1AA-0C73-46CF-B64B-355D6BEFCB5A}" srcOrd="0" destOrd="0" presId="urn:microsoft.com/office/officeart/2005/8/layout/hierarchy2"/>
    <dgm:cxn modelId="{BBF9700B-8206-4D98-BA11-0100B91D71A5}" type="presOf" srcId="{47BA3B79-734A-4600-BE5B-7B566E59F342}" destId="{9AD22B66-C423-4B2E-B0FE-C6DBD5575C77}" srcOrd="0" destOrd="0" presId="urn:microsoft.com/office/officeart/2005/8/layout/hierarchy2"/>
    <dgm:cxn modelId="{66C49D12-A730-40C8-9FBD-2B7DD1553EB5}" type="presOf" srcId="{118B0D0F-EF3E-44F4-AF0A-E09C74BDCCDF}" destId="{4AFE7FCC-D03A-4136-AF2A-AA62A26085F0}" srcOrd="1" destOrd="0" presId="urn:microsoft.com/office/officeart/2005/8/layout/hierarchy2"/>
    <dgm:cxn modelId="{580E1214-CD81-4977-B5D9-40CD299BFA6E}" type="presOf" srcId="{F3F841A6-C614-4FB6-86E5-F54AE4B183C3}" destId="{BDBE16B1-0BA2-4792-9E68-66FACE02A9CF}" srcOrd="1" destOrd="0" presId="urn:microsoft.com/office/officeart/2005/8/layout/hierarchy2"/>
    <dgm:cxn modelId="{952FA914-5E69-467C-A1D1-D66518981666}" srcId="{C6C38AF0-DF45-4568-A534-F965CC5E6211}" destId="{1695A89B-92F3-4922-862F-DF4542106513}" srcOrd="1" destOrd="0" parTransId="{5E85C8A5-C0DF-4FD6-A073-12C9FD055A9A}" sibTransId="{3E650EEB-52D7-4FD2-86E5-8780A2A4606E}"/>
    <dgm:cxn modelId="{E7FBBC17-848F-440D-906E-885A603886F1}" type="presOf" srcId="{377B6D59-2FB5-4B2B-B1E9-194217E31F35}" destId="{DD672FEA-9CDB-47B3-8372-B2DFB2D32E9D}" srcOrd="0" destOrd="0" presId="urn:microsoft.com/office/officeart/2005/8/layout/hierarchy2"/>
    <dgm:cxn modelId="{38BA3A1B-03F7-4152-9DDC-B2330CDC12AC}" type="presOf" srcId="{213A43CE-4D45-4874-9870-7E980C7E7021}" destId="{15FC2F48-70E8-443D-BB22-30BE4DFAA4A0}" srcOrd="0" destOrd="0" presId="urn:microsoft.com/office/officeart/2005/8/layout/hierarchy2"/>
    <dgm:cxn modelId="{20BA001C-D654-4D46-A41C-4D3C9088A5BD}" type="presOf" srcId="{B822565E-9BA0-43CC-88E2-B13D4FF89684}" destId="{3D24216F-A610-4C59-8354-B0A0C41E9705}" srcOrd="0" destOrd="0" presId="urn:microsoft.com/office/officeart/2005/8/layout/hierarchy2"/>
    <dgm:cxn modelId="{95708123-BD3B-4A92-A450-BB5775D41AB7}" srcId="{D0B9BC2D-8A1D-4E93-8501-914F21E6138B}" destId="{C6C38AF0-DF45-4568-A534-F965CC5E6211}" srcOrd="2" destOrd="0" parTransId="{F3F841A6-C614-4FB6-86E5-F54AE4B183C3}" sibTransId="{46F65721-938D-4C61-9629-F8431C4C919E}"/>
    <dgm:cxn modelId="{6D886326-B93C-4AEC-989D-A8164574363B}" type="presOf" srcId="{118B0D0F-EF3E-44F4-AF0A-E09C74BDCCDF}" destId="{1FAEA356-B80C-4034-B55E-7C99EC9CF436}" srcOrd="0" destOrd="0" presId="urn:microsoft.com/office/officeart/2005/8/layout/hierarchy2"/>
    <dgm:cxn modelId="{B8D86E29-6660-462C-9DE2-764500C95C8E}" srcId="{4D916675-C68B-4CDF-8A03-E581035B496E}" destId="{BA7291A7-4C8F-4B79-98DA-4FFC334857BD}" srcOrd="2" destOrd="0" parTransId="{38D03B98-FA86-483D-BBB4-5A8C19892C3A}" sibTransId="{0B79A3E2-4A37-48AD-9FB0-761739EE06CB}"/>
    <dgm:cxn modelId="{DBC39729-1B46-4D61-9367-8BDD097DDD8D}" type="presOf" srcId="{BA7291A7-4C8F-4B79-98DA-4FFC334857BD}" destId="{9782F0FF-1316-4201-A8C5-50CBBE4E0D84}" srcOrd="0" destOrd="0" presId="urn:microsoft.com/office/officeart/2005/8/layout/hierarchy2"/>
    <dgm:cxn modelId="{22574E30-9466-484E-AF1C-5376BB43A6DE}" type="presOf" srcId="{822CF6AE-A641-4E3B-A5C3-DE2B752143F8}" destId="{9EB8699D-57A3-48B7-B332-64951FE490BF}" srcOrd="0" destOrd="0" presId="urn:microsoft.com/office/officeart/2005/8/layout/hierarchy2"/>
    <dgm:cxn modelId="{71A95A31-8321-4648-8759-C0062C24C235}" type="presOf" srcId="{42F2F85E-6BCC-4580-9856-ACE3F4C3511A}" destId="{83BCA916-6049-4948-8D19-130AD76C514A}" srcOrd="1" destOrd="0" presId="urn:microsoft.com/office/officeart/2005/8/layout/hierarchy2"/>
    <dgm:cxn modelId="{5FCF0433-BA12-428C-9E2C-5629422D29A3}" type="presOf" srcId="{7307EABB-97A1-416E-8A2C-A393F43568DC}" destId="{EEB342FF-7A88-4B87-964A-1FFC2B8019D1}" srcOrd="0" destOrd="0" presId="urn:microsoft.com/office/officeart/2005/8/layout/hierarchy2"/>
    <dgm:cxn modelId="{51509733-9473-48B5-AA2F-6347E85AB19F}" srcId="{0E48DD9C-98D0-4140-84A6-D3407030AD9F}" destId="{4D916675-C68B-4CDF-8A03-E581035B496E}" srcOrd="2" destOrd="0" parTransId="{6BEDAF74-A3A7-4182-9977-965F50BFF39F}" sibTransId="{FC9BD34E-C2A3-4A78-A015-966489EC7C28}"/>
    <dgm:cxn modelId="{170AAD3C-FE3D-488F-9CF6-D60310DC36CD}" srcId="{0E48DD9C-98D0-4140-84A6-D3407030AD9F}" destId="{D0B9BC2D-8A1D-4E93-8501-914F21E6138B}" srcOrd="0" destOrd="0" parTransId="{553D25CF-6D8B-4A1C-89EB-0C800AF581F6}" sibTransId="{2697F7F7-1020-49BC-BBEA-B46C41C69B00}"/>
    <dgm:cxn modelId="{8C78795D-2737-4F1F-8869-6107543D5DF6}" srcId="{213A43CE-4D45-4874-9870-7E980C7E7021}" destId="{B822565E-9BA0-43CC-88E2-B13D4FF89684}" srcOrd="1" destOrd="0" parTransId="{42F2F85E-6BCC-4580-9856-ACE3F4C3511A}" sibTransId="{7631B09C-1E70-4E6F-99B1-456DA57A0B7D}"/>
    <dgm:cxn modelId="{23B69660-A3E9-4011-93A7-6F4AAAFB3D38}" type="presOf" srcId="{842C4559-4AC0-4C13-AD5F-20A9954A8AD8}" destId="{698DE39C-3937-4443-8694-E46604C4C77B}" srcOrd="0" destOrd="0" presId="urn:microsoft.com/office/officeart/2005/8/layout/hierarchy2"/>
    <dgm:cxn modelId="{17C08B61-A3B5-489A-82C9-A57CCDF4BE79}" type="presOf" srcId="{E27C45F5-5886-476F-9D94-5652F43EA957}" destId="{47EDE541-299C-4028-AB56-DCB834C52A89}" srcOrd="1" destOrd="0" presId="urn:microsoft.com/office/officeart/2005/8/layout/hierarchy2"/>
    <dgm:cxn modelId="{DEDDC262-AE83-425B-BCDB-E129EF6FE2CE}" type="presOf" srcId="{377B6D59-2FB5-4B2B-B1E9-194217E31F35}" destId="{4483D1BF-CF63-4857-83B3-E790BE5FEECF}" srcOrd="1" destOrd="0" presId="urn:microsoft.com/office/officeart/2005/8/layout/hierarchy2"/>
    <dgm:cxn modelId="{DD236944-60E1-4D22-BC15-EA51DFCADCBD}" type="presOf" srcId="{104DD235-90CE-4097-BBE1-F1440BA921EC}" destId="{3DEAB0AC-7EC9-4A5D-9AFA-E3D17A1663CB}" srcOrd="1" destOrd="0" presId="urn:microsoft.com/office/officeart/2005/8/layout/hierarchy2"/>
    <dgm:cxn modelId="{63C71C65-96D4-4D47-9A8F-956F9B8D9737}" type="presOf" srcId="{42F2F85E-6BCC-4580-9856-ACE3F4C3511A}" destId="{950118DD-802A-44B4-BE8A-3ABA7E7D09F4}" srcOrd="0" destOrd="0" presId="urn:microsoft.com/office/officeart/2005/8/layout/hierarchy2"/>
    <dgm:cxn modelId="{EAFC7267-A94F-44D4-BB3B-995C8F82D3E7}" type="presOf" srcId="{5E85C8A5-C0DF-4FD6-A073-12C9FD055A9A}" destId="{C22F863B-DFC2-4E37-982F-2CAE58AC165A}" srcOrd="1" destOrd="0" presId="urn:microsoft.com/office/officeart/2005/8/layout/hierarchy2"/>
    <dgm:cxn modelId="{6316D048-24D4-4B51-898E-D51BCA3AB4AD}" type="presOf" srcId="{22420B85-3A12-4501-8868-D32CECAF4212}" destId="{7393CC74-9E02-4FD8-B7F9-6972A5EB9D06}" srcOrd="1" destOrd="0" presId="urn:microsoft.com/office/officeart/2005/8/layout/hierarchy2"/>
    <dgm:cxn modelId="{012D436D-8819-4169-A457-BA294C49723E}" type="presOf" srcId="{B7F6A647-978B-421D-80E2-915C9DA69600}" destId="{2821CCFA-4F67-4CEB-A280-EB87BCF7C1D4}" srcOrd="1" destOrd="0" presId="urn:microsoft.com/office/officeart/2005/8/layout/hierarchy2"/>
    <dgm:cxn modelId="{45E5D26F-0697-41D2-9A3B-ACE85B2D275C}" srcId="{E96AF206-7A7D-4D94-85AA-6610CF357753}" destId="{47BA3B79-734A-4600-BE5B-7B566E59F342}" srcOrd="0" destOrd="0" parTransId="{822CF6AE-A641-4E3B-A5C3-DE2B752143F8}" sibTransId="{6F14271E-22E8-43BD-B6A9-6B54668AADC2}"/>
    <dgm:cxn modelId="{87804352-486C-435F-A7F8-E8D8AEE4C620}" srcId="{213A43CE-4D45-4874-9870-7E980C7E7021}" destId="{E96AF206-7A7D-4D94-85AA-6610CF357753}" srcOrd="2" destOrd="0" parTransId="{CBEB7C58-A9F6-4553-9550-3851253F76B2}" sibTransId="{67C55B0D-2FDA-4D17-9F54-C7E9F6561991}"/>
    <dgm:cxn modelId="{E0058872-4ECF-485D-A676-75997F168096}" srcId="{D0B9BC2D-8A1D-4E93-8501-914F21E6138B}" destId="{842C4559-4AC0-4C13-AD5F-20A9954A8AD8}" srcOrd="1" destOrd="0" parTransId="{B7F6A647-978B-421D-80E2-915C9DA69600}" sibTransId="{71DEA32D-E584-49A1-9481-CF77375173BC}"/>
    <dgm:cxn modelId="{4A332174-BDC4-4D3E-82CF-B061DC4788DB}" type="presOf" srcId="{E27C45F5-5886-476F-9D94-5652F43EA957}" destId="{E7891A73-5E66-4CC6-B909-7BDCF4A3BC83}" srcOrd="0" destOrd="0" presId="urn:microsoft.com/office/officeart/2005/8/layout/hierarchy2"/>
    <dgm:cxn modelId="{A7875C54-4033-4386-86DA-4FAAD53758C5}" type="presOf" srcId="{5E1DFDC8-D0B5-493F-BE48-0B94C6F797A0}" destId="{2DB46CD6-7A60-4F02-AEB0-FF2409329275}" srcOrd="1" destOrd="0" presId="urn:microsoft.com/office/officeart/2005/8/layout/hierarchy2"/>
    <dgm:cxn modelId="{839F5454-02E2-4272-80BA-B726B3F38D13}" type="presOf" srcId="{6101F044-9952-404E-8362-372C43FC1794}" destId="{2BD56D2E-DCA5-43C0-9EA4-2A45CBF2E753}" srcOrd="0" destOrd="0" presId="urn:microsoft.com/office/officeart/2005/8/layout/hierarchy2"/>
    <dgm:cxn modelId="{C785A455-7202-44D9-B9C3-45477482C7A5}" type="presOf" srcId="{E96AF206-7A7D-4D94-85AA-6610CF357753}" destId="{286011E4-DB2A-49ED-A763-582AEE9BD6BF}" srcOrd="0" destOrd="0" presId="urn:microsoft.com/office/officeart/2005/8/layout/hierarchy2"/>
    <dgm:cxn modelId="{92055056-11C4-422E-9089-B7731FBE08CD}" srcId="{C6C38AF0-DF45-4568-A534-F965CC5E6211}" destId="{313B89D6-A085-4A55-BD4E-9EE516990B03}" srcOrd="2" destOrd="0" parTransId="{118B0D0F-EF3E-44F4-AF0A-E09C74BDCCDF}" sibTransId="{6247FCC3-9682-40F5-8992-F8DEAFCCD619}"/>
    <dgm:cxn modelId="{99BDF658-471C-448F-B2E4-1B73BBE41B3E}" type="presOf" srcId="{B7F6A647-978B-421D-80E2-915C9DA69600}" destId="{6AA682F7-857E-4E82-939D-DDC8BFAF44A0}" srcOrd="0" destOrd="0" presId="urn:microsoft.com/office/officeart/2005/8/layout/hierarchy2"/>
    <dgm:cxn modelId="{844E047E-8B9A-4323-AA00-9B2F82AA8882}" type="presOf" srcId="{CBEB7C58-A9F6-4553-9550-3851253F76B2}" destId="{4AC4B403-DCFC-45DC-9681-740AC590E186}" srcOrd="1" destOrd="0" presId="urn:microsoft.com/office/officeart/2005/8/layout/hierarchy2"/>
    <dgm:cxn modelId="{735B6582-2E76-42AC-9963-1F148C175124}" type="presOf" srcId="{9BDBE981-8CFA-411E-8870-373764A9F10D}" destId="{5F7CF47C-1E30-4D24-99B0-2E03C91C2CAB}" srcOrd="0" destOrd="0" presId="urn:microsoft.com/office/officeart/2005/8/layout/hierarchy2"/>
    <dgm:cxn modelId="{4805F084-3A65-452E-8B62-E17860ECC03B}" type="presOf" srcId="{C6C38AF0-DF45-4568-A534-F965CC5E6211}" destId="{D7C51CBC-B6D9-4B5A-BCBF-528EE965B5C1}" srcOrd="0" destOrd="0" presId="urn:microsoft.com/office/officeart/2005/8/layout/hierarchy2"/>
    <dgm:cxn modelId="{B75FE987-39A1-46A1-85E5-3BEAD7E372EE}" type="presOf" srcId="{CBEB7C58-A9F6-4553-9550-3851253F76B2}" destId="{121BA2F6-B071-4FF3-8855-087D4C22C0A4}" srcOrd="0" destOrd="0" presId="urn:microsoft.com/office/officeart/2005/8/layout/hierarchy2"/>
    <dgm:cxn modelId="{9AE52A8E-EC32-47D0-89F9-FE604D1F400C}" srcId="{47BA3B79-734A-4600-BE5B-7B566E59F342}" destId="{88AD0A38-AEF0-46C6-BF37-807589F8832C}" srcOrd="0" destOrd="0" parTransId="{84C757C4-7EAD-4993-B5F3-8162AF689D44}" sibTransId="{7CA2FB4D-03E2-437B-9B1A-ED92217E73DD}"/>
    <dgm:cxn modelId="{6DA4FF8E-19EE-416D-8FB9-291D19C55F9B}" type="presOf" srcId="{5E1DFDC8-D0B5-493F-BE48-0B94C6F797A0}" destId="{DC7E7F6B-F902-470A-9FDE-FACDF4E7BCE3}" srcOrd="0" destOrd="0" presId="urn:microsoft.com/office/officeart/2005/8/layout/hierarchy2"/>
    <dgm:cxn modelId="{1A788B93-1499-4DC6-9DCB-A8A0B91606ED}" srcId="{4D916675-C68B-4CDF-8A03-E581035B496E}" destId="{8402454F-B176-4D2E-8BFC-369F412BAEAF}" srcOrd="1" destOrd="0" parTransId="{CC066410-D040-4D10-8DAF-92BC9FF19CA8}" sibTransId="{31776653-2D73-46B7-AD95-2A2C204A89D4}"/>
    <dgm:cxn modelId="{FCA6FA93-3964-484D-8DAE-B22D40BA1E6C}" srcId="{E96AF206-7A7D-4D94-85AA-6610CF357753}" destId="{A739283A-8D46-4889-AE67-AC452EDA51A9}" srcOrd="1" destOrd="0" parTransId="{22420B85-3A12-4501-8868-D32CECAF4212}" sibTransId="{9F608B65-9742-4FE5-A4AC-0E9C6D510A9D}"/>
    <dgm:cxn modelId="{70C1E29A-CB41-4365-AD67-08D387F91099}" type="presOf" srcId="{313B89D6-A085-4A55-BD4E-9EE516990B03}" destId="{9E84098F-470F-493A-87F7-4EFD485E30BD}" srcOrd="0" destOrd="0" presId="urn:microsoft.com/office/officeart/2005/8/layout/hierarchy2"/>
    <dgm:cxn modelId="{CD366FA2-C0C7-4012-92B2-59411E0A6CAD}" type="presOf" srcId="{38D03B98-FA86-483D-BBB4-5A8C19892C3A}" destId="{D4E67875-16B8-452B-BB24-4026CC813045}" srcOrd="0" destOrd="0" presId="urn:microsoft.com/office/officeart/2005/8/layout/hierarchy2"/>
    <dgm:cxn modelId="{3F07DEA3-1DBC-4B7C-9C84-7379E0E422A7}" type="presOf" srcId="{0E48DD9C-98D0-4140-84A6-D3407030AD9F}" destId="{DEF72CE2-E0C0-434F-A324-7C1C1FA223C5}" srcOrd="0" destOrd="0" presId="urn:microsoft.com/office/officeart/2005/8/layout/hierarchy2"/>
    <dgm:cxn modelId="{4EFDCBA4-9DDF-40DD-AF04-64D2A4922F02}" srcId="{0E48DD9C-98D0-4140-84A6-D3407030AD9F}" destId="{213A43CE-4D45-4874-9870-7E980C7E7021}" srcOrd="1" destOrd="0" parTransId="{BD983CEB-FB22-4639-80E7-DF799ED69BB2}" sibTransId="{0B92FAE5-DCA7-4ED1-86BF-D075DD14D9A1}"/>
    <dgm:cxn modelId="{CA4914A7-0541-4ECB-A1B3-589C0CE2457C}" type="presOf" srcId="{F3F841A6-C614-4FB6-86E5-F54AE4B183C3}" destId="{EA2FFC5E-CFEA-402E-AE19-7DCA74CBEEB9}" srcOrd="0" destOrd="0" presId="urn:microsoft.com/office/officeart/2005/8/layout/hierarchy2"/>
    <dgm:cxn modelId="{19A325B1-A87E-441E-A82F-6EC855326590}" srcId="{4D916675-C68B-4CDF-8A03-E581035B496E}" destId="{6101F044-9952-404E-8362-372C43FC1794}" srcOrd="0" destOrd="0" parTransId="{5E1DFDC8-D0B5-493F-BE48-0B94C6F797A0}" sibTransId="{5D2DE7E9-8B02-49C8-8BAC-E74C1C865CE8}"/>
    <dgm:cxn modelId="{942F81B5-7F82-40CE-A5C3-82D917386D0D}" type="presOf" srcId="{4D916675-C68B-4CDF-8A03-E581035B496E}" destId="{0D89B890-6FEC-4DC2-9908-1292DFE0DCB7}" srcOrd="0" destOrd="0" presId="urn:microsoft.com/office/officeart/2005/8/layout/hierarchy2"/>
    <dgm:cxn modelId="{D6B84DB7-A9EB-4473-A1AD-D79D2992BD64}" type="presOf" srcId="{38D03B98-FA86-483D-BBB4-5A8C19892C3A}" destId="{A78D0D8F-D0B0-41C0-A668-91630DE145FD}" srcOrd="1" destOrd="0" presId="urn:microsoft.com/office/officeart/2005/8/layout/hierarchy2"/>
    <dgm:cxn modelId="{F8E113C3-AD7C-4CC7-ADE4-319EC13EBD11}" type="presOf" srcId="{84C757C4-7EAD-4993-B5F3-8162AF689D44}" destId="{7ED840A1-7FF7-451E-9EEB-342358DCFCD2}" srcOrd="1" destOrd="0" presId="urn:microsoft.com/office/officeart/2005/8/layout/hierarchy2"/>
    <dgm:cxn modelId="{46531AC3-535D-4FBF-AF2B-D056E84AF082}" type="presOf" srcId="{22420B85-3A12-4501-8868-D32CECAF4212}" destId="{FAB38497-1FC5-4082-8242-D5DBD4AAF9CA}" srcOrd="0" destOrd="0" presId="urn:microsoft.com/office/officeart/2005/8/layout/hierarchy2"/>
    <dgm:cxn modelId="{BAE0D1C7-6D62-41C3-B255-B025DF807A61}" type="presOf" srcId="{CC066410-D040-4D10-8DAF-92BC9FF19CA8}" destId="{56795B3D-5EBE-44E1-9F5A-0DD7A86F3E9C}" srcOrd="1" destOrd="0" presId="urn:microsoft.com/office/officeart/2005/8/layout/hierarchy2"/>
    <dgm:cxn modelId="{AB26F3C8-1500-4140-AB7C-8A88B7540260}" type="presOf" srcId="{D0B9BC2D-8A1D-4E93-8501-914F21E6138B}" destId="{783480AA-48D2-4F1C-A341-4204105981C1}" srcOrd="0" destOrd="0" presId="urn:microsoft.com/office/officeart/2005/8/layout/hierarchy2"/>
    <dgm:cxn modelId="{C2D0CBCE-5F90-4CEB-8660-E8F927E9D882}" type="presOf" srcId="{822CF6AE-A641-4E3B-A5C3-DE2B752143F8}" destId="{24848820-753B-4AF9-9A13-780C187AA925}" srcOrd="1" destOrd="0" presId="urn:microsoft.com/office/officeart/2005/8/layout/hierarchy2"/>
    <dgm:cxn modelId="{51523DCF-99F8-4059-A93C-D2395FD9CA73}" type="presOf" srcId="{5E85C8A5-C0DF-4FD6-A073-12C9FD055A9A}" destId="{D649C0AD-B5E3-4535-BD88-65B84319ACA0}" srcOrd="0" destOrd="0" presId="urn:microsoft.com/office/officeart/2005/8/layout/hierarchy2"/>
    <dgm:cxn modelId="{4CF286D1-A8BB-4F7A-939A-DD3A7F2598CF}" type="presOf" srcId="{52DED006-CE4D-4A3F-821F-D1844637DF83}" destId="{31DEA0D6-2D45-4C7C-9FD2-021E76AE6B5C}" srcOrd="0" destOrd="0" presId="urn:microsoft.com/office/officeart/2005/8/layout/hierarchy2"/>
    <dgm:cxn modelId="{F320C0E3-9A0C-4E9C-BE5D-2E49369EFB68}" srcId="{47BA3B79-734A-4600-BE5B-7B566E59F342}" destId="{9BDBE981-8CFA-411E-8870-373764A9F10D}" srcOrd="1" destOrd="0" parTransId="{104DD235-90CE-4097-BBE1-F1440BA921EC}" sibTransId="{7EE815FE-26A9-40AC-A669-431F78DA1C64}"/>
    <dgm:cxn modelId="{776255E6-A3F3-455C-8FC0-415E4E258513}" type="presOf" srcId="{A739283A-8D46-4889-AE67-AC452EDA51A9}" destId="{0C4EACE1-2286-4F31-9B3F-553559E87265}" srcOrd="0" destOrd="0" presId="urn:microsoft.com/office/officeart/2005/8/layout/hierarchy2"/>
    <dgm:cxn modelId="{42CE6FEA-067E-425C-A2BE-02E2805F14A4}" type="presOf" srcId="{7408BF0A-9B6A-4148-8711-A81AC1EDD8CD}" destId="{C916A101-1295-4482-87B0-9C9B957D685B}" srcOrd="0" destOrd="0" presId="urn:microsoft.com/office/officeart/2005/8/layout/hierarchy2"/>
    <dgm:cxn modelId="{4CC8C6EF-2A59-4C53-BC9A-9B2BFC1CA2CD}" srcId="{D0B9BC2D-8A1D-4E93-8501-914F21E6138B}" destId="{281F3194-7989-4A2C-856D-407598C86968}" srcOrd="0" destOrd="0" parTransId="{52DED006-CE4D-4A3F-821F-D1844637DF83}" sibTransId="{55B669B7-91D6-4792-B7C3-B526E2D99087}"/>
    <dgm:cxn modelId="{EABA2DF1-3292-4353-A678-7E306B96286D}" type="presOf" srcId="{281F3194-7989-4A2C-856D-407598C86968}" destId="{608C5560-9C14-4CC0-8187-68CE43B235C1}" srcOrd="0" destOrd="0" presId="urn:microsoft.com/office/officeart/2005/8/layout/hierarchy2"/>
    <dgm:cxn modelId="{59EAAFF2-1747-41E7-B982-ECA681D9A2A4}" type="presOf" srcId="{84C757C4-7EAD-4993-B5F3-8162AF689D44}" destId="{D7525E39-6298-47C3-AF9B-4C0179538C80}" srcOrd="0" destOrd="0" presId="urn:microsoft.com/office/officeart/2005/8/layout/hierarchy2"/>
    <dgm:cxn modelId="{8495A8F7-8388-4BEF-A266-B2ABE0AE611E}" type="presOf" srcId="{104DD235-90CE-4097-BBE1-F1440BA921EC}" destId="{869AE1D5-CDA5-43AC-B5B9-67AABAF249B3}" srcOrd="0" destOrd="0" presId="urn:microsoft.com/office/officeart/2005/8/layout/hierarchy2"/>
    <dgm:cxn modelId="{60E333F8-D053-4E67-BD5E-C89886564BE9}" srcId="{C6C38AF0-DF45-4568-A534-F965CC5E6211}" destId="{7307EABB-97A1-416E-8A2C-A393F43568DC}" srcOrd="0" destOrd="0" parTransId="{E27C45F5-5886-476F-9D94-5652F43EA957}" sibTransId="{FD9CA122-A3A0-4E03-B8F3-F4D71B996EF8}"/>
    <dgm:cxn modelId="{2B61AEFC-9025-4EE5-A3CE-DD05ECE751A0}" type="presOf" srcId="{88AD0A38-AEF0-46C6-BF37-807589F8832C}" destId="{6134BF68-56E5-4BCD-A93E-A5CF6D8F78DF}" srcOrd="0" destOrd="0" presId="urn:microsoft.com/office/officeart/2005/8/layout/hierarchy2"/>
    <dgm:cxn modelId="{564ECF53-FD16-4F84-A4C4-720FBD00C1E9}" type="presParOf" srcId="{DEF72CE2-E0C0-434F-A324-7C1C1FA223C5}" destId="{13831547-33DB-46BC-9C05-B1883AD2489C}" srcOrd="0" destOrd="0" presId="urn:microsoft.com/office/officeart/2005/8/layout/hierarchy2"/>
    <dgm:cxn modelId="{891076E5-91BD-4ADA-9315-A588676D2DD8}" type="presParOf" srcId="{13831547-33DB-46BC-9C05-B1883AD2489C}" destId="{783480AA-48D2-4F1C-A341-4204105981C1}" srcOrd="0" destOrd="0" presId="urn:microsoft.com/office/officeart/2005/8/layout/hierarchy2"/>
    <dgm:cxn modelId="{81F3FC28-5093-445E-A23C-93C93842DCA3}" type="presParOf" srcId="{13831547-33DB-46BC-9C05-B1883AD2489C}" destId="{0385E04E-2E46-4230-A546-C272400BDFC5}" srcOrd="1" destOrd="0" presId="urn:microsoft.com/office/officeart/2005/8/layout/hierarchy2"/>
    <dgm:cxn modelId="{229899B0-349E-49CF-9F6B-FEEBC4AEBC57}" type="presParOf" srcId="{0385E04E-2E46-4230-A546-C272400BDFC5}" destId="{31DEA0D6-2D45-4C7C-9FD2-021E76AE6B5C}" srcOrd="0" destOrd="0" presId="urn:microsoft.com/office/officeart/2005/8/layout/hierarchy2"/>
    <dgm:cxn modelId="{404F989C-D781-40C6-AC54-1DF18DF5201D}" type="presParOf" srcId="{31DEA0D6-2D45-4C7C-9FD2-021E76AE6B5C}" destId="{F7D2A17A-6311-49F7-9720-AA6F630991D5}" srcOrd="0" destOrd="0" presId="urn:microsoft.com/office/officeart/2005/8/layout/hierarchy2"/>
    <dgm:cxn modelId="{66AEA53C-6935-471D-B849-1A98EE47C3DB}" type="presParOf" srcId="{0385E04E-2E46-4230-A546-C272400BDFC5}" destId="{E0C8020D-9E67-44F3-8ECD-28BB91DC9977}" srcOrd="1" destOrd="0" presId="urn:microsoft.com/office/officeart/2005/8/layout/hierarchy2"/>
    <dgm:cxn modelId="{286BBF3C-CB34-4C5D-92A3-53ABD39A8979}" type="presParOf" srcId="{E0C8020D-9E67-44F3-8ECD-28BB91DC9977}" destId="{608C5560-9C14-4CC0-8187-68CE43B235C1}" srcOrd="0" destOrd="0" presId="urn:microsoft.com/office/officeart/2005/8/layout/hierarchy2"/>
    <dgm:cxn modelId="{3178CE74-8C78-4B7D-9FE6-82B83E4D9523}" type="presParOf" srcId="{E0C8020D-9E67-44F3-8ECD-28BB91DC9977}" destId="{7BEA93CB-5E60-434A-B0C1-01E459B5B4B5}" srcOrd="1" destOrd="0" presId="urn:microsoft.com/office/officeart/2005/8/layout/hierarchy2"/>
    <dgm:cxn modelId="{EEA4C3B0-84AA-4315-900C-F7A0F057CF26}" type="presParOf" srcId="{0385E04E-2E46-4230-A546-C272400BDFC5}" destId="{6AA682F7-857E-4E82-939D-DDC8BFAF44A0}" srcOrd="2" destOrd="0" presId="urn:microsoft.com/office/officeart/2005/8/layout/hierarchy2"/>
    <dgm:cxn modelId="{61683C2E-009F-47BC-B873-022D96BE4CD0}" type="presParOf" srcId="{6AA682F7-857E-4E82-939D-DDC8BFAF44A0}" destId="{2821CCFA-4F67-4CEB-A280-EB87BCF7C1D4}" srcOrd="0" destOrd="0" presId="urn:microsoft.com/office/officeart/2005/8/layout/hierarchy2"/>
    <dgm:cxn modelId="{FEDC91F8-9729-4D76-9CE2-FAFF135B41D9}" type="presParOf" srcId="{0385E04E-2E46-4230-A546-C272400BDFC5}" destId="{85FAC0F0-05E6-457F-901F-A0B6E5A4495E}" srcOrd="3" destOrd="0" presId="urn:microsoft.com/office/officeart/2005/8/layout/hierarchy2"/>
    <dgm:cxn modelId="{3166F8A2-17FF-405F-A9DF-03AC8332F3DB}" type="presParOf" srcId="{85FAC0F0-05E6-457F-901F-A0B6E5A4495E}" destId="{698DE39C-3937-4443-8694-E46604C4C77B}" srcOrd="0" destOrd="0" presId="urn:microsoft.com/office/officeart/2005/8/layout/hierarchy2"/>
    <dgm:cxn modelId="{EDCE1C03-29A1-46D3-AF9F-EB559CCFE5D7}" type="presParOf" srcId="{85FAC0F0-05E6-457F-901F-A0B6E5A4495E}" destId="{1D669C93-BC06-4E7E-BBF1-8BC2AE0A00D4}" srcOrd="1" destOrd="0" presId="urn:microsoft.com/office/officeart/2005/8/layout/hierarchy2"/>
    <dgm:cxn modelId="{EF1B0D05-56E5-4BAE-A964-6399413885D9}" type="presParOf" srcId="{0385E04E-2E46-4230-A546-C272400BDFC5}" destId="{EA2FFC5E-CFEA-402E-AE19-7DCA74CBEEB9}" srcOrd="4" destOrd="0" presId="urn:microsoft.com/office/officeart/2005/8/layout/hierarchy2"/>
    <dgm:cxn modelId="{B83B639C-823D-4B13-828B-6E1E889E5063}" type="presParOf" srcId="{EA2FFC5E-CFEA-402E-AE19-7DCA74CBEEB9}" destId="{BDBE16B1-0BA2-4792-9E68-66FACE02A9CF}" srcOrd="0" destOrd="0" presId="urn:microsoft.com/office/officeart/2005/8/layout/hierarchy2"/>
    <dgm:cxn modelId="{7469D521-0DC6-444B-A1AB-11816DA46547}" type="presParOf" srcId="{0385E04E-2E46-4230-A546-C272400BDFC5}" destId="{D3A75479-971F-44FF-AA74-3B33DEEE2ED4}" srcOrd="5" destOrd="0" presId="urn:microsoft.com/office/officeart/2005/8/layout/hierarchy2"/>
    <dgm:cxn modelId="{5BFBF251-50E0-47BE-932B-40454550F42E}" type="presParOf" srcId="{D3A75479-971F-44FF-AA74-3B33DEEE2ED4}" destId="{D7C51CBC-B6D9-4B5A-BCBF-528EE965B5C1}" srcOrd="0" destOrd="0" presId="urn:microsoft.com/office/officeart/2005/8/layout/hierarchy2"/>
    <dgm:cxn modelId="{9FD7BA7D-46D4-467F-8187-5B3A5954D308}" type="presParOf" srcId="{D3A75479-971F-44FF-AA74-3B33DEEE2ED4}" destId="{0C161EFA-29F1-460C-A772-B643B730EBA4}" srcOrd="1" destOrd="0" presId="urn:microsoft.com/office/officeart/2005/8/layout/hierarchy2"/>
    <dgm:cxn modelId="{FCA783F3-8136-40DB-A280-6A6C39B803C5}" type="presParOf" srcId="{0C161EFA-29F1-460C-A772-B643B730EBA4}" destId="{E7891A73-5E66-4CC6-B909-7BDCF4A3BC83}" srcOrd="0" destOrd="0" presId="urn:microsoft.com/office/officeart/2005/8/layout/hierarchy2"/>
    <dgm:cxn modelId="{2C82144C-0FCB-4C2F-9A50-77ED6E326A0F}" type="presParOf" srcId="{E7891A73-5E66-4CC6-B909-7BDCF4A3BC83}" destId="{47EDE541-299C-4028-AB56-DCB834C52A89}" srcOrd="0" destOrd="0" presId="urn:microsoft.com/office/officeart/2005/8/layout/hierarchy2"/>
    <dgm:cxn modelId="{FD46D72C-A26C-45F1-BDB1-6B480B0BB8D9}" type="presParOf" srcId="{0C161EFA-29F1-460C-A772-B643B730EBA4}" destId="{4A25491F-5138-430E-B6B3-8EC31418F812}" srcOrd="1" destOrd="0" presId="urn:microsoft.com/office/officeart/2005/8/layout/hierarchy2"/>
    <dgm:cxn modelId="{3C794391-EFBC-4B72-B8CE-A9ABC828892F}" type="presParOf" srcId="{4A25491F-5138-430E-B6B3-8EC31418F812}" destId="{EEB342FF-7A88-4B87-964A-1FFC2B8019D1}" srcOrd="0" destOrd="0" presId="urn:microsoft.com/office/officeart/2005/8/layout/hierarchy2"/>
    <dgm:cxn modelId="{955544F0-ED7E-4D78-9A32-034F3C3700AD}" type="presParOf" srcId="{4A25491F-5138-430E-B6B3-8EC31418F812}" destId="{292633DA-431D-4B51-8BB0-B7BB1166B9EC}" srcOrd="1" destOrd="0" presId="urn:microsoft.com/office/officeart/2005/8/layout/hierarchy2"/>
    <dgm:cxn modelId="{E554119B-7015-4E2A-9871-BA55740A91D6}" type="presParOf" srcId="{0C161EFA-29F1-460C-A772-B643B730EBA4}" destId="{D649C0AD-B5E3-4535-BD88-65B84319ACA0}" srcOrd="2" destOrd="0" presId="urn:microsoft.com/office/officeart/2005/8/layout/hierarchy2"/>
    <dgm:cxn modelId="{D50A1501-EC11-41A7-AD98-B12D2AD00024}" type="presParOf" srcId="{D649C0AD-B5E3-4535-BD88-65B84319ACA0}" destId="{C22F863B-DFC2-4E37-982F-2CAE58AC165A}" srcOrd="0" destOrd="0" presId="urn:microsoft.com/office/officeart/2005/8/layout/hierarchy2"/>
    <dgm:cxn modelId="{C08730D3-827D-474B-9456-234AADC7A944}" type="presParOf" srcId="{0C161EFA-29F1-460C-A772-B643B730EBA4}" destId="{DE70E2EC-DEAA-4536-88CF-0B3C50401320}" srcOrd="3" destOrd="0" presId="urn:microsoft.com/office/officeart/2005/8/layout/hierarchy2"/>
    <dgm:cxn modelId="{4BB1C34F-1E47-4B4B-BFD2-C5E6E7BBDDE9}" type="presParOf" srcId="{DE70E2EC-DEAA-4536-88CF-0B3C50401320}" destId="{11C7D1AA-0C73-46CF-B64B-355D6BEFCB5A}" srcOrd="0" destOrd="0" presId="urn:microsoft.com/office/officeart/2005/8/layout/hierarchy2"/>
    <dgm:cxn modelId="{ACDDC0CA-F508-48BA-8E01-024F08F11C63}" type="presParOf" srcId="{DE70E2EC-DEAA-4536-88CF-0B3C50401320}" destId="{4AB5ED12-A9F4-41CD-BAC2-38D6822548AD}" srcOrd="1" destOrd="0" presId="urn:microsoft.com/office/officeart/2005/8/layout/hierarchy2"/>
    <dgm:cxn modelId="{B02BF116-3DE9-4E3D-B43A-465381D4934D}" type="presParOf" srcId="{0C161EFA-29F1-460C-A772-B643B730EBA4}" destId="{1FAEA356-B80C-4034-B55E-7C99EC9CF436}" srcOrd="4" destOrd="0" presId="urn:microsoft.com/office/officeart/2005/8/layout/hierarchy2"/>
    <dgm:cxn modelId="{801812A7-1D5B-4CE2-BB30-D0284BDD3806}" type="presParOf" srcId="{1FAEA356-B80C-4034-B55E-7C99EC9CF436}" destId="{4AFE7FCC-D03A-4136-AF2A-AA62A26085F0}" srcOrd="0" destOrd="0" presId="urn:microsoft.com/office/officeart/2005/8/layout/hierarchy2"/>
    <dgm:cxn modelId="{ADEDBFA7-4120-471C-A77E-806BB027BDC4}" type="presParOf" srcId="{0C161EFA-29F1-460C-A772-B643B730EBA4}" destId="{DDB38181-363B-4034-B93A-B900F726387B}" srcOrd="5" destOrd="0" presId="urn:microsoft.com/office/officeart/2005/8/layout/hierarchy2"/>
    <dgm:cxn modelId="{3CF596DC-7E88-4392-BE48-C81F7624F217}" type="presParOf" srcId="{DDB38181-363B-4034-B93A-B900F726387B}" destId="{9E84098F-470F-493A-87F7-4EFD485E30BD}" srcOrd="0" destOrd="0" presId="urn:microsoft.com/office/officeart/2005/8/layout/hierarchy2"/>
    <dgm:cxn modelId="{A2C7D24C-94FC-4D82-914E-75AC0BF55C16}" type="presParOf" srcId="{DDB38181-363B-4034-B93A-B900F726387B}" destId="{2B97C219-7A9A-4190-A51E-5DFCD1569086}" srcOrd="1" destOrd="0" presId="urn:microsoft.com/office/officeart/2005/8/layout/hierarchy2"/>
    <dgm:cxn modelId="{7BB8B5CB-0976-47EF-B9BA-30A13103B403}" type="presParOf" srcId="{DEF72CE2-E0C0-434F-A324-7C1C1FA223C5}" destId="{F69891AF-EDF4-448E-90C6-5FB1E335F7A8}" srcOrd="1" destOrd="0" presId="urn:microsoft.com/office/officeart/2005/8/layout/hierarchy2"/>
    <dgm:cxn modelId="{097DA9FC-89E3-4F0B-9479-E49A6A401886}" type="presParOf" srcId="{F69891AF-EDF4-448E-90C6-5FB1E335F7A8}" destId="{15FC2F48-70E8-443D-BB22-30BE4DFAA4A0}" srcOrd="0" destOrd="0" presId="urn:microsoft.com/office/officeart/2005/8/layout/hierarchy2"/>
    <dgm:cxn modelId="{B2AEE2DA-2B49-4F35-8B31-0F02F8C5F53F}" type="presParOf" srcId="{F69891AF-EDF4-448E-90C6-5FB1E335F7A8}" destId="{5EC9F45C-256B-49BD-88F9-6F32C2BEBB4C}" srcOrd="1" destOrd="0" presId="urn:microsoft.com/office/officeart/2005/8/layout/hierarchy2"/>
    <dgm:cxn modelId="{2279B391-632E-4FE9-A47C-D05AAA4E9457}" type="presParOf" srcId="{5EC9F45C-256B-49BD-88F9-6F32C2BEBB4C}" destId="{DD672FEA-9CDB-47B3-8372-B2DFB2D32E9D}" srcOrd="0" destOrd="0" presId="urn:microsoft.com/office/officeart/2005/8/layout/hierarchy2"/>
    <dgm:cxn modelId="{79EC6248-8383-46CF-B520-47069D036E4A}" type="presParOf" srcId="{DD672FEA-9CDB-47B3-8372-B2DFB2D32E9D}" destId="{4483D1BF-CF63-4857-83B3-E790BE5FEECF}" srcOrd="0" destOrd="0" presId="urn:microsoft.com/office/officeart/2005/8/layout/hierarchy2"/>
    <dgm:cxn modelId="{9AE87CD0-58E1-48C6-AFCE-E258322D58C5}" type="presParOf" srcId="{5EC9F45C-256B-49BD-88F9-6F32C2BEBB4C}" destId="{B7EF471A-905E-494C-A7A8-26FCDA3FB2C6}" srcOrd="1" destOrd="0" presId="urn:microsoft.com/office/officeart/2005/8/layout/hierarchy2"/>
    <dgm:cxn modelId="{4873C771-4FEE-408D-98E6-4AE7B4A73261}" type="presParOf" srcId="{B7EF471A-905E-494C-A7A8-26FCDA3FB2C6}" destId="{C916A101-1295-4482-87B0-9C9B957D685B}" srcOrd="0" destOrd="0" presId="urn:microsoft.com/office/officeart/2005/8/layout/hierarchy2"/>
    <dgm:cxn modelId="{24D60672-3834-49EE-9EF3-1926A858A2E9}" type="presParOf" srcId="{B7EF471A-905E-494C-A7A8-26FCDA3FB2C6}" destId="{E871802B-DF0B-4E0C-855C-022DBCE4B9C8}" srcOrd="1" destOrd="0" presId="urn:microsoft.com/office/officeart/2005/8/layout/hierarchy2"/>
    <dgm:cxn modelId="{B764204A-38DA-4EC8-8FCD-08692BFF6EF7}" type="presParOf" srcId="{5EC9F45C-256B-49BD-88F9-6F32C2BEBB4C}" destId="{950118DD-802A-44B4-BE8A-3ABA7E7D09F4}" srcOrd="2" destOrd="0" presId="urn:microsoft.com/office/officeart/2005/8/layout/hierarchy2"/>
    <dgm:cxn modelId="{82197695-6DB6-4F4F-AC3C-F519F995282B}" type="presParOf" srcId="{950118DD-802A-44B4-BE8A-3ABA7E7D09F4}" destId="{83BCA916-6049-4948-8D19-130AD76C514A}" srcOrd="0" destOrd="0" presId="urn:microsoft.com/office/officeart/2005/8/layout/hierarchy2"/>
    <dgm:cxn modelId="{4946CB03-07E3-469C-9CBF-6B8A1502B143}" type="presParOf" srcId="{5EC9F45C-256B-49BD-88F9-6F32C2BEBB4C}" destId="{BF281FC9-CAEE-4913-8D11-FF33426D10DE}" srcOrd="3" destOrd="0" presId="urn:microsoft.com/office/officeart/2005/8/layout/hierarchy2"/>
    <dgm:cxn modelId="{316CEBF4-1348-4853-A8F9-7EF11A3EDC3A}" type="presParOf" srcId="{BF281FC9-CAEE-4913-8D11-FF33426D10DE}" destId="{3D24216F-A610-4C59-8354-B0A0C41E9705}" srcOrd="0" destOrd="0" presId="urn:microsoft.com/office/officeart/2005/8/layout/hierarchy2"/>
    <dgm:cxn modelId="{535158B2-998A-4BB9-B160-47B5DA4C1BE3}" type="presParOf" srcId="{BF281FC9-CAEE-4913-8D11-FF33426D10DE}" destId="{C6B95A3C-AE6A-406E-86FA-F670F5CEA3F8}" srcOrd="1" destOrd="0" presId="urn:microsoft.com/office/officeart/2005/8/layout/hierarchy2"/>
    <dgm:cxn modelId="{20CE0A26-8F98-46E1-ADD7-6BC08BEED65A}" type="presParOf" srcId="{5EC9F45C-256B-49BD-88F9-6F32C2BEBB4C}" destId="{121BA2F6-B071-4FF3-8855-087D4C22C0A4}" srcOrd="4" destOrd="0" presId="urn:microsoft.com/office/officeart/2005/8/layout/hierarchy2"/>
    <dgm:cxn modelId="{E3A02C9D-FDC6-45DC-BDCF-C98D090AC1F1}" type="presParOf" srcId="{121BA2F6-B071-4FF3-8855-087D4C22C0A4}" destId="{4AC4B403-DCFC-45DC-9681-740AC590E186}" srcOrd="0" destOrd="0" presId="urn:microsoft.com/office/officeart/2005/8/layout/hierarchy2"/>
    <dgm:cxn modelId="{5901F1B0-AA22-453E-A0C2-5746A53955FC}" type="presParOf" srcId="{5EC9F45C-256B-49BD-88F9-6F32C2BEBB4C}" destId="{FCFB5B9B-5734-46F4-BCEE-5A41BF362289}" srcOrd="5" destOrd="0" presId="urn:microsoft.com/office/officeart/2005/8/layout/hierarchy2"/>
    <dgm:cxn modelId="{704451B5-5D63-442C-BC47-C3C8AC627F83}" type="presParOf" srcId="{FCFB5B9B-5734-46F4-BCEE-5A41BF362289}" destId="{286011E4-DB2A-49ED-A763-582AEE9BD6BF}" srcOrd="0" destOrd="0" presId="urn:microsoft.com/office/officeart/2005/8/layout/hierarchy2"/>
    <dgm:cxn modelId="{D26EEEDF-4BEB-45C8-B314-D63FD00CE5A2}" type="presParOf" srcId="{FCFB5B9B-5734-46F4-BCEE-5A41BF362289}" destId="{2FC15BA8-2C02-4F4D-9CCB-79E3204374C1}" srcOrd="1" destOrd="0" presId="urn:microsoft.com/office/officeart/2005/8/layout/hierarchy2"/>
    <dgm:cxn modelId="{9B59EA57-9816-4407-9A08-7A2A3B027414}" type="presParOf" srcId="{2FC15BA8-2C02-4F4D-9CCB-79E3204374C1}" destId="{9EB8699D-57A3-48B7-B332-64951FE490BF}" srcOrd="0" destOrd="0" presId="urn:microsoft.com/office/officeart/2005/8/layout/hierarchy2"/>
    <dgm:cxn modelId="{1BD885FF-B2FA-4D9B-8F73-75B704F37B16}" type="presParOf" srcId="{9EB8699D-57A3-48B7-B332-64951FE490BF}" destId="{24848820-753B-4AF9-9A13-780C187AA925}" srcOrd="0" destOrd="0" presId="urn:microsoft.com/office/officeart/2005/8/layout/hierarchy2"/>
    <dgm:cxn modelId="{EDA3845D-7A08-4080-930C-69FD8AE885A6}" type="presParOf" srcId="{2FC15BA8-2C02-4F4D-9CCB-79E3204374C1}" destId="{AB14CACA-57BB-4630-800B-68B69366199C}" srcOrd="1" destOrd="0" presId="urn:microsoft.com/office/officeart/2005/8/layout/hierarchy2"/>
    <dgm:cxn modelId="{A343C878-41B5-405A-832B-03185F052369}" type="presParOf" srcId="{AB14CACA-57BB-4630-800B-68B69366199C}" destId="{9AD22B66-C423-4B2E-B0FE-C6DBD5575C77}" srcOrd="0" destOrd="0" presId="urn:microsoft.com/office/officeart/2005/8/layout/hierarchy2"/>
    <dgm:cxn modelId="{0EABC0D0-18F9-48BF-A73D-8C97B7684129}" type="presParOf" srcId="{AB14CACA-57BB-4630-800B-68B69366199C}" destId="{FB1BB92C-131F-4067-A211-EDAEA63B09EE}" srcOrd="1" destOrd="0" presId="urn:microsoft.com/office/officeart/2005/8/layout/hierarchy2"/>
    <dgm:cxn modelId="{7390B08E-0B13-429A-8CE6-4E4C9F6E6ABB}" type="presParOf" srcId="{FB1BB92C-131F-4067-A211-EDAEA63B09EE}" destId="{D7525E39-6298-47C3-AF9B-4C0179538C80}" srcOrd="0" destOrd="0" presId="urn:microsoft.com/office/officeart/2005/8/layout/hierarchy2"/>
    <dgm:cxn modelId="{DEC0D022-A6A2-4F8C-8DB7-3848F9A1C7FA}" type="presParOf" srcId="{D7525E39-6298-47C3-AF9B-4C0179538C80}" destId="{7ED840A1-7FF7-451E-9EEB-342358DCFCD2}" srcOrd="0" destOrd="0" presId="urn:microsoft.com/office/officeart/2005/8/layout/hierarchy2"/>
    <dgm:cxn modelId="{36B2AA61-5880-4940-8FDA-1E23AA48F167}" type="presParOf" srcId="{FB1BB92C-131F-4067-A211-EDAEA63B09EE}" destId="{5048EEB8-7844-4B33-81BE-EE003A6F8B86}" srcOrd="1" destOrd="0" presId="urn:microsoft.com/office/officeart/2005/8/layout/hierarchy2"/>
    <dgm:cxn modelId="{A1DBF9DF-8C13-4F30-8454-6B80510C4D81}" type="presParOf" srcId="{5048EEB8-7844-4B33-81BE-EE003A6F8B86}" destId="{6134BF68-56E5-4BCD-A93E-A5CF6D8F78DF}" srcOrd="0" destOrd="0" presId="urn:microsoft.com/office/officeart/2005/8/layout/hierarchy2"/>
    <dgm:cxn modelId="{169F1CCD-F2AA-4AAE-B74E-540A1C28AAC9}" type="presParOf" srcId="{5048EEB8-7844-4B33-81BE-EE003A6F8B86}" destId="{1A91C264-1F43-4CF1-9529-AC1654E9D905}" srcOrd="1" destOrd="0" presId="urn:microsoft.com/office/officeart/2005/8/layout/hierarchy2"/>
    <dgm:cxn modelId="{277E0F7D-7B8B-4C7A-A3E9-41A6A692207F}" type="presParOf" srcId="{FB1BB92C-131F-4067-A211-EDAEA63B09EE}" destId="{869AE1D5-CDA5-43AC-B5B9-67AABAF249B3}" srcOrd="2" destOrd="0" presId="urn:microsoft.com/office/officeart/2005/8/layout/hierarchy2"/>
    <dgm:cxn modelId="{94D949CB-EEC7-4D5A-85C4-EC0C3FF95C2A}" type="presParOf" srcId="{869AE1D5-CDA5-43AC-B5B9-67AABAF249B3}" destId="{3DEAB0AC-7EC9-4A5D-9AFA-E3D17A1663CB}" srcOrd="0" destOrd="0" presId="urn:microsoft.com/office/officeart/2005/8/layout/hierarchy2"/>
    <dgm:cxn modelId="{04B7D135-EC0B-4868-8081-6CED13BD5CB1}" type="presParOf" srcId="{FB1BB92C-131F-4067-A211-EDAEA63B09EE}" destId="{F032BEE5-ABBB-416D-912F-D1EF82D52AA3}" srcOrd="3" destOrd="0" presId="urn:microsoft.com/office/officeart/2005/8/layout/hierarchy2"/>
    <dgm:cxn modelId="{58B20790-FB95-4149-B0CD-177189B1773C}" type="presParOf" srcId="{F032BEE5-ABBB-416D-912F-D1EF82D52AA3}" destId="{5F7CF47C-1E30-4D24-99B0-2E03C91C2CAB}" srcOrd="0" destOrd="0" presId="urn:microsoft.com/office/officeart/2005/8/layout/hierarchy2"/>
    <dgm:cxn modelId="{1164DADD-CF99-4779-A15C-9518861F8753}" type="presParOf" srcId="{F032BEE5-ABBB-416D-912F-D1EF82D52AA3}" destId="{1628F5A7-75CE-40EE-A44E-7AA125ECC3D5}" srcOrd="1" destOrd="0" presId="urn:microsoft.com/office/officeart/2005/8/layout/hierarchy2"/>
    <dgm:cxn modelId="{E6A7EDC6-2419-4957-B032-5F74DEC10053}" type="presParOf" srcId="{2FC15BA8-2C02-4F4D-9CCB-79E3204374C1}" destId="{FAB38497-1FC5-4082-8242-D5DBD4AAF9CA}" srcOrd="2" destOrd="0" presId="urn:microsoft.com/office/officeart/2005/8/layout/hierarchy2"/>
    <dgm:cxn modelId="{3127E10C-91E1-4329-A4F1-AF198D912390}" type="presParOf" srcId="{FAB38497-1FC5-4082-8242-D5DBD4AAF9CA}" destId="{7393CC74-9E02-4FD8-B7F9-6972A5EB9D06}" srcOrd="0" destOrd="0" presId="urn:microsoft.com/office/officeart/2005/8/layout/hierarchy2"/>
    <dgm:cxn modelId="{B3815388-3375-4182-A3FF-D9E41166F8FC}" type="presParOf" srcId="{2FC15BA8-2C02-4F4D-9CCB-79E3204374C1}" destId="{FBF18123-4249-40A4-9E15-726B81F496AC}" srcOrd="3" destOrd="0" presId="urn:microsoft.com/office/officeart/2005/8/layout/hierarchy2"/>
    <dgm:cxn modelId="{C00D2CF8-388F-4A79-9994-1B93879EDDFB}" type="presParOf" srcId="{FBF18123-4249-40A4-9E15-726B81F496AC}" destId="{0C4EACE1-2286-4F31-9B3F-553559E87265}" srcOrd="0" destOrd="0" presId="urn:microsoft.com/office/officeart/2005/8/layout/hierarchy2"/>
    <dgm:cxn modelId="{223F95EF-D5BA-4E9E-AC8D-6A3E4C2AD36E}" type="presParOf" srcId="{FBF18123-4249-40A4-9E15-726B81F496AC}" destId="{62EEBE6F-879E-4479-B224-F1D38F3B8CCB}" srcOrd="1" destOrd="0" presId="urn:microsoft.com/office/officeart/2005/8/layout/hierarchy2"/>
    <dgm:cxn modelId="{5C3724DB-1F13-4FE9-8038-73273B06F6C5}" type="presParOf" srcId="{DEF72CE2-E0C0-434F-A324-7C1C1FA223C5}" destId="{331A5A35-BC34-4931-B200-FE1D97C9DD2E}" srcOrd="2" destOrd="0" presId="urn:microsoft.com/office/officeart/2005/8/layout/hierarchy2"/>
    <dgm:cxn modelId="{2C393ED3-4368-4189-97F2-96FCB9BD4A60}" type="presParOf" srcId="{331A5A35-BC34-4931-B200-FE1D97C9DD2E}" destId="{0D89B890-6FEC-4DC2-9908-1292DFE0DCB7}" srcOrd="0" destOrd="0" presId="urn:microsoft.com/office/officeart/2005/8/layout/hierarchy2"/>
    <dgm:cxn modelId="{9E1FBC03-39CA-4AEA-8CB2-A1C0789DDC11}" type="presParOf" srcId="{331A5A35-BC34-4931-B200-FE1D97C9DD2E}" destId="{CBA540E0-217F-4E35-8E9A-FC489935507F}" srcOrd="1" destOrd="0" presId="urn:microsoft.com/office/officeart/2005/8/layout/hierarchy2"/>
    <dgm:cxn modelId="{36AE1523-FC54-403A-8650-70B4F52F293D}" type="presParOf" srcId="{CBA540E0-217F-4E35-8E9A-FC489935507F}" destId="{DC7E7F6B-F902-470A-9FDE-FACDF4E7BCE3}" srcOrd="0" destOrd="0" presId="urn:microsoft.com/office/officeart/2005/8/layout/hierarchy2"/>
    <dgm:cxn modelId="{19BC0024-991D-4BAB-929A-FA68E55DAC98}" type="presParOf" srcId="{DC7E7F6B-F902-470A-9FDE-FACDF4E7BCE3}" destId="{2DB46CD6-7A60-4F02-AEB0-FF2409329275}" srcOrd="0" destOrd="0" presId="urn:microsoft.com/office/officeart/2005/8/layout/hierarchy2"/>
    <dgm:cxn modelId="{CA93A072-4791-46AB-B4C3-6AA0443CD8A5}" type="presParOf" srcId="{CBA540E0-217F-4E35-8E9A-FC489935507F}" destId="{473056D6-C50E-429E-8F78-19E669E776AF}" srcOrd="1" destOrd="0" presId="urn:microsoft.com/office/officeart/2005/8/layout/hierarchy2"/>
    <dgm:cxn modelId="{686E8F8B-5BDB-4B07-8464-64E6EAD995B3}" type="presParOf" srcId="{473056D6-C50E-429E-8F78-19E669E776AF}" destId="{2BD56D2E-DCA5-43C0-9EA4-2A45CBF2E753}" srcOrd="0" destOrd="0" presId="urn:microsoft.com/office/officeart/2005/8/layout/hierarchy2"/>
    <dgm:cxn modelId="{8538BBF1-BE31-4B94-B80F-7E013EE2B12A}" type="presParOf" srcId="{473056D6-C50E-429E-8F78-19E669E776AF}" destId="{9BD9C969-DB08-4C17-84FD-8E48B8DC247D}" srcOrd="1" destOrd="0" presId="urn:microsoft.com/office/officeart/2005/8/layout/hierarchy2"/>
    <dgm:cxn modelId="{C1009B0D-CB98-48E4-8376-D4E509F0C72C}" type="presParOf" srcId="{CBA540E0-217F-4E35-8E9A-FC489935507F}" destId="{E664FFC5-F314-40CB-90E0-FB2C78CC2CED}" srcOrd="2" destOrd="0" presId="urn:microsoft.com/office/officeart/2005/8/layout/hierarchy2"/>
    <dgm:cxn modelId="{C412781F-C949-46FE-994D-19B5A70156DC}" type="presParOf" srcId="{E664FFC5-F314-40CB-90E0-FB2C78CC2CED}" destId="{56795B3D-5EBE-44E1-9F5A-0DD7A86F3E9C}" srcOrd="0" destOrd="0" presId="urn:microsoft.com/office/officeart/2005/8/layout/hierarchy2"/>
    <dgm:cxn modelId="{0FFF45D0-7365-411C-A7B3-2B335B3BABB5}" type="presParOf" srcId="{CBA540E0-217F-4E35-8E9A-FC489935507F}" destId="{F6F4AB6F-ED62-4DD9-9C0A-D8F2328DB768}" srcOrd="3" destOrd="0" presId="urn:microsoft.com/office/officeart/2005/8/layout/hierarchy2"/>
    <dgm:cxn modelId="{28FC6CD6-B199-4286-BAF2-ABCC928D7BCB}" type="presParOf" srcId="{F6F4AB6F-ED62-4DD9-9C0A-D8F2328DB768}" destId="{83F2BAFA-0142-4141-9162-76B58A9AD71C}" srcOrd="0" destOrd="0" presId="urn:microsoft.com/office/officeart/2005/8/layout/hierarchy2"/>
    <dgm:cxn modelId="{58FBB04D-6C6A-440F-814A-D69E2C03C058}" type="presParOf" srcId="{F6F4AB6F-ED62-4DD9-9C0A-D8F2328DB768}" destId="{B9D39CAD-B632-4BDF-A9A3-E411A3C0CB91}" srcOrd="1" destOrd="0" presId="urn:microsoft.com/office/officeart/2005/8/layout/hierarchy2"/>
    <dgm:cxn modelId="{A278C4E9-0D6D-4189-9F46-232D86F55499}" type="presParOf" srcId="{CBA540E0-217F-4E35-8E9A-FC489935507F}" destId="{D4E67875-16B8-452B-BB24-4026CC813045}" srcOrd="4" destOrd="0" presId="urn:microsoft.com/office/officeart/2005/8/layout/hierarchy2"/>
    <dgm:cxn modelId="{BB6DEAD8-5AB3-45B8-8C1A-268A1DB587A1}" type="presParOf" srcId="{D4E67875-16B8-452B-BB24-4026CC813045}" destId="{A78D0D8F-D0B0-41C0-A668-91630DE145FD}" srcOrd="0" destOrd="0" presId="urn:microsoft.com/office/officeart/2005/8/layout/hierarchy2"/>
    <dgm:cxn modelId="{7089E97D-AA13-4991-A8D6-35E27C6EC264}" type="presParOf" srcId="{CBA540E0-217F-4E35-8E9A-FC489935507F}" destId="{044D119A-E271-4114-B958-3A83A5885602}" srcOrd="5" destOrd="0" presId="urn:microsoft.com/office/officeart/2005/8/layout/hierarchy2"/>
    <dgm:cxn modelId="{0977399C-7A4E-46AE-B3EC-DA8463F2D64C}" type="presParOf" srcId="{044D119A-E271-4114-B958-3A83A5885602}" destId="{9782F0FF-1316-4201-A8C5-50CBBE4E0D84}" srcOrd="0" destOrd="0" presId="urn:microsoft.com/office/officeart/2005/8/layout/hierarchy2"/>
    <dgm:cxn modelId="{59F60A88-B5A3-4E0D-8B9D-88FEAD31F5C7}" type="presParOf" srcId="{044D119A-E271-4114-B958-3A83A5885602}" destId="{9A585A29-A7CB-49C7-87E7-DBE375D34901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7D111-7312-4FF1-90D0-A5A302055B02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FF3258-61C4-4868-8061-476911F0F613}">
      <dsp:nvSpPr>
        <dsp:cNvPr id="0" name=""/>
        <dsp:cNvSpPr/>
      </dsp:nvSpPr>
      <dsp:spPr>
        <a:xfrm>
          <a:off x="0" y="675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Introducere</a:t>
          </a:r>
        </a:p>
      </dsp:txBody>
      <dsp:txXfrm>
        <a:off x="0" y="675"/>
        <a:ext cx="6900512" cy="790684"/>
      </dsp:txXfrm>
    </dsp:sp>
    <dsp:sp modelId="{D6F322F4-78C7-4AC1-BD06-2240BE727109}">
      <dsp:nvSpPr>
        <dsp:cNvPr id="0" name=""/>
        <dsp:cNvSpPr/>
      </dsp:nvSpPr>
      <dsp:spPr>
        <a:xfrm>
          <a:off x="0" y="791359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6667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6667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05A64E-5684-4BCC-9BB3-559046A67930}">
      <dsp:nvSpPr>
        <dsp:cNvPr id="0" name=""/>
        <dsp:cNvSpPr/>
      </dsp:nvSpPr>
      <dsp:spPr>
        <a:xfrm>
          <a:off x="0" y="791359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4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Tehnologii</a:t>
          </a:r>
          <a:endParaRPr lang="en-US" sz="40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791359"/>
        <a:ext cx="6900512" cy="790684"/>
      </dsp:txXfrm>
    </dsp:sp>
    <dsp:sp modelId="{29966794-10E0-4AA1-80B2-81E9C8B802AA}">
      <dsp:nvSpPr>
        <dsp:cNvPr id="0" name=""/>
        <dsp:cNvSpPr/>
      </dsp:nvSpPr>
      <dsp:spPr>
        <a:xfrm>
          <a:off x="0" y="1582044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13333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7AA83C-E7E0-416C-973A-C9B90077CEC1}">
      <dsp:nvSpPr>
        <dsp:cNvPr id="0" name=""/>
        <dsp:cNvSpPr/>
      </dsp:nvSpPr>
      <dsp:spPr>
        <a:xfrm>
          <a:off x="0" y="1582044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</a:t>
          </a:r>
          <a:r>
            <a:rPr lang="ro-RO" sz="4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</a:t>
          </a:r>
          <a:r>
            <a:rPr lang="en-US" sz="40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hitectur</a:t>
          </a:r>
          <a:r>
            <a:rPr lang="ro-RO" sz="4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ă</a:t>
          </a:r>
          <a:endParaRPr lang="en-US" sz="40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582044"/>
        <a:ext cx="6900512" cy="790684"/>
      </dsp:txXfrm>
    </dsp:sp>
    <dsp:sp modelId="{2D278BD5-264D-44A7-9058-97C2848A1A4E}">
      <dsp:nvSpPr>
        <dsp:cNvPr id="0" name=""/>
        <dsp:cNvSpPr/>
      </dsp:nvSpPr>
      <dsp:spPr>
        <a:xfrm>
          <a:off x="0" y="2372728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D43AEC-AE41-45C3-9DCD-7D23CFFA63EC}">
      <dsp:nvSpPr>
        <dsp:cNvPr id="0" name=""/>
        <dsp:cNvSpPr/>
      </dsp:nvSpPr>
      <dsp:spPr>
        <a:xfrm>
          <a:off x="0" y="2372728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kern="1200" dirty="0" err="1">
              <a:latin typeface="Times New Roman" panose="02020603050405020304" pitchFamily="18" charset="0"/>
              <a:ea typeface="Germano" panose="020B0306030504020204" pitchFamily="34" charset="0"/>
              <a:cs typeface="Times New Roman" panose="02020603050405020304" pitchFamily="18" charset="0"/>
            </a:rPr>
            <a:t>Fluxul</a:t>
          </a:r>
          <a:r>
            <a:rPr lang="en-US" sz="4000" b="0" kern="1200" dirty="0">
              <a:latin typeface="Times New Roman" panose="02020603050405020304" pitchFamily="18" charset="0"/>
              <a:ea typeface="Germano" panose="020B0306030504020204" pitchFamily="34" charset="0"/>
              <a:cs typeface="Times New Roman" panose="02020603050405020304" pitchFamily="18" charset="0"/>
            </a:rPr>
            <a:t> de </a:t>
          </a:r>
          <a:r>
            <a:rPr lang="en-US" sz="4000" b="0" kern="1200" dirty="0" err="1">
              <a:latin typeface="Times New Roman" panose="02020603050405020304" pitchFamily="18" charset="0"/>
              <a:ea typeface="Germano" panose="020B0306030504020204" pitchFamily="34" charset="0"/>
              <a:cs typeface="Times New Roman" panose="02020603050405020304" pitchFamily="18" charset="0"/>
            </a:rPr>
            <a:t>autentificare</a:t>
          </a:r>
          <a:r>
            <a:rPr lang="en-US" sz="4000" b="0" kern="1200" dirty="0">
              <a:latin typeface="Times New Roman" panose="02020603050405020304" pitchFamily="18" charset="0"/>
              <a:ea typeface="Germano" panose="020B0306030504020204" pitchFamily="34" charset="0"/>
              <a:cs typeface="Times New Roman" panose="02020603050405020304" pitchFamily="18" charset="0"/>
            </a:rPr>
            <a:t>	</a:t>
          </a:r>
        </a:p>
      </dsp:txBody>
      <dsp:txXfrm>
        <a:off x="0" y="2372728"/>
        <a:ext cx="6900512" cy="790684"/>
      </dsp:txXfrm>
    </dsp:sp>
    <dsp:sp modelId="{3F343F96-43EA-40FC-B2BA-B69B4EF995B9}">
      <dsp:nvSpPr>
        <dsp:cNvPr id="0" name=""/>
        <dsp:cNvSpPr/>
      </dsp:nvSpPr>
      <dsp:spPr>
        <a:xfrm>
          <a:off x="0" y="3163412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26667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C55E10-C902-4759-9013-797BE9EBBC55}">
      <dsp:nvSpPr>
        <dsp:cNvPr id="0" name=""/>
        <dsp:cNvSpPr/>
      </dsp:nvSpPr>
      <dsp:spPr>
        <a:xfrm>
          <a:off x="0" y="3163412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kern="1200" dirty="0" err="1">
              <a:latin typeface="Times New Roman" panose="02020603050405020304" pitchFamily="18" charset="0"/>
              <a:ea typeface="Germano" panose="020B0306030504020204" pitchFamily="34" charset="0"/>
              <a:cs typeface="Times New Roman" panose="02020603050405020304" pitchFamily="18" charset="0"/>
            </a:rPr>
            <a:t>Validare</a:t>
          </a:r>
          <a:r>
            <a:rPr lang="en-US" sz="4000" b="0" kern="1200" dirty="0">
              <a:latin typeface="Times New Roman" panose="02020603050405020304" pitchFamily="18" charset="0"/>
              <a:ea typeface="Germano" panose="020B0306030504020204" pitchFamily="34" charset="0"/>
              <a:cs typeface="Times New Roman" panose="02020603050405020304" pitchFamily="18" charset="0"/>
            </a:rPr>
            <a:t> </a:t>
          </a:r>
          <a:r>
            <a:rPr lang="en-US" sz="4000" b="0" kern="1200" dirty="0" err="1">
              <a:latin typeface="Times New Roman" panose="02020603050405020304" pitchFamily="18" charset="0"/>
              <a:ea typeface="Germano" panose="020B0306030504020204" pitchFamily="34" charset="0"/>
              <a:cs typeface="Times New Roman" panose="02020603050405020304" pitchFamily="18" charset="0"/>
            </a:rPr>
            <a:t>si</a:t>
          </a:r>
          <a:r>
            <a:rPr lang="en-US" sz="4000" b="0" kern="1200" dirty="0">
              <a:latin typeface="Times New Roman" panose="02020603050405020304" pitchFamily="18" charset="0"/>
              <a:ea typeface="Germano" panose="020B0306030504020204" pitchFamily="34" charset="0"/>
              <a:cs typeface="Times New Roman" panose="02020603050405020304" pitchFamily="18" charset="0"/>
            </a:rPr>
            <a:t> </a:t>
          </a:r>
          <a:r>
            <a:rPr lang="en-US" sz="4000" b="0" kern="1200" dirty="0" err="1">
              <a:latin typeface="Times New Roman" panose="02020603050405020304" pitchFamily="18" charset="0"/>
              <a:ea typeface="Germano" panose="020B0306030504020204" pitchFamily="34" charset="0"/>
              <a:cs typeface="Times New Roman" panose="02020603050405020304" pitchFamily="18" charset="0"/>
            </a:rPr>
            <a:t>rezultate</a:t>
          </a:r>
          <a:endParaRPr lang="en-US" sz="4000" b="0" kern="1200" dirty="0">
            <a:latin typeface="Times New Roman" panose="02020603050405020304" pitchFamily="18" charset="0"/>
            <a:ea typeface="Germano" panose="020B0306030504020204" pitchFamily="34" charset="0"/>
            <a:cs typeface="Times New Roman" panose="02020603050405020304" pitchFamily="18" charset="0"/>
          </a:endParaRPr>
        </a:p>
      </dsp:txBody>
      <dsp:txXfrm>
        <a:off x="0" y="3163412"/>
        <a:ext cx="6900512" cy="790684"/>
      </dsp:txXfrm>
    </dsp:sp>
    <dsp:sp modelId="{7AB99CC0-51C0-4483-85AC-3059D5EF841C}">
      <dsp:nvSpPr>
        <dsp:cNvPr id="0" name=""/>
        <dsp:cNvSpPr/>
      </dsp:nvSpPr>
      <dsp:spPr>
        <a:xfrm>
          <a:off x="0" y="3954096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33333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33333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306898-844E-41ED-A58A-D2AA898F0110}">
      <dsp:nvSpPr>
        <dsp:cNvPr id="0" name=""/>
        <dsp:cNvSpPr/>
      </dsp:nvSpPr>
      <dsp:spPr>
        <a:xfrm>
          <a:off x="0" y="3954096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Concluzii</a:t>
          </a:r>
          <a:endParaRPr lang="en-US" sz="40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3954096"/>
        <a:ext cx="6900512" cy="790684"/>
      </dsp:txXfrm>
    </dsp:sp>
    <dsp:sp modelId="{9DAEC4B7-B31B-4213-A64B-E8D32906A0A1}">
      <dsp:nvSpPr>
        <dsp:cNvPr id="0" name=""/>
        <dsp:cNvSpPr/>
      </dsp:nvSpPr>
      <dsp:spPr>
        <a:xfrm>
          <a:off x="0" y="4744781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D4EEAF-965B-43EB-9AB6-10A7DD397D93}">
      <dsp:nvSpPr>
        <dsp:cNvPr id="0" name=""/>
        <dsp:cNvSpPr/>
      </dsp:nvSpPr>
      <dsp:spPr>
        <a:xfrm>
          <a:off x="0" y="4744781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4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Bibliografie</a:t>
          </a:r>
          <a:endParaRPr lang="en-US" sz="40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4744781"/>
        <a:ext cx="6900512" cy="7906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F6FA5C-545F-4B35-B11B-76400B81C51E}">
      <dsp:nvSpPr>
        <dsp:cNvPr id="0" name=""/>
        <dsp:cNvSpPr/>
      </dsp:nvSpPr>
      <dsp:spPr>
        <a:xfrm>
          <a:off x="102710" y="0"/>
          <a:ext cx="3771963" cy="6831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Scrierea contractului</a:t>
          </a:r>
        </a:p>
      </dsp:txBody>
      <dsp:txXfrm>
        <a:off x="122720" y="20010"/>
        <a:ext cx="2977033" cy="643156"/>
      </dsp:txXfrm>
    </dsp:sp>
    <dsp:sp modelId="{409F16BF-693B-4C15-9945-2784B96C0843}">
      <dsp:nvSpPr>
        <dsp:cNvPr id="0" name=""/>
        <dsp:cNvSpPr/>
      </dsp:nvSpPr>
      <dsp:spPr>
        <a:xfrm>
          <a:off x="315901" y="807390"/>
          <a:ext cx="3771963" cy="6831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Compilare</a:t>
          </a:r>
        </a:p>
      </dsp:txBody>
      <dsp:txXfrm>
        <a:off x="335911" y="827400"/>
        <a:ext cx="2971976" cy="643156"/>
      </dsp:txXfrm>
    </dsp:sp>
    <dsp:sp modelId="{5DE0E9ED-68B2-4EC2-9BF4-7E45C599E7E1}">
      <dsp:nvSpPr>
        <dsp:cNvPr id="0" name=""/>
        <dsp:cNvSpPr/>
      </dsp:nvSpPr>
      <dsp:spPr>
        <a:xfrm>
          <a:off x="627088" y="1614780"/>
          <a:ext cx="3771963" cy="6831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u="none" kern="1200" dirty="0">
              <a:latin typeface="The Hand Black Mate" panose="02010606010101020104" pitchFamily="2" charset="0"/>
            </a:rPr>
            <a:t>Deploy </a:t>
          </a:r>
          <a:r>
            <a:rPr lang="ro-RO" sz="2400" b="0" i="0" u="none" kern="1200" dirty="0">
              <a:latin typeface="The Hand Black Mate" panose="02010606010101020104" pitchFamily="2" charset="0"/>
            </a:rPr>
            <a:t>folosind</a:t>
          </a:r>
          <a:r>
            <a:rPr lang="en-US" sz="2400" b="0" i="0" u="none" kern="1200" dirty="0">
              <a:latin typeface="The Hand Black Mate" panose="02010606010101020104" pitchFamily="2" charset="0"/>
            </a:rPr>
            <a:t> fi</a:t>
          </a:r>
          <a:r>
            <a:rPr lang="ro-RO" sz="2400" b="0" i="0" u="none" kern="1200" dirty="0">
              <a:latin typeface="The Hand Black Mate" panose="02010606010101020104" pitchFamily="2" charset="0"/>
            </a:rPr>
            <a:t>ș</a:t>
          </a:r>
          <a:r>
            <a:rPr lang="en-US" sz="2400" b="0" i="0" u="none" kern="1200" dirty="0" err="1">
              <a:latin typeface="The Hand Black Mate" panose="02010606010101020104" pitchFamily="2" charset="0"/>
            </a:rPr>
            <a:t>ier</a:t>
          </a:r>
          <a:r>
            <a:rPr lang="ro-RO" sz="2400" b="0" i="0" u="none" kern="1200" dirty="0" err="1">
              <a:latin typeface="The Hand Black Mate" panose="02010606010101020104" pitchFamily="2" charset="0"/>
            </a:rPr>
            <a:t>ul</a:t>
          </a:r>
          <a:r>
            <a:rPr lang="ro-RO" sz="2400" b="0" i="0" u="none" kern="1200" dirty="0">
              <a:latin typeface="The Hand Black Mate" panose="02010606010101020104" pitchFamily="2" charset="0"/>
            </a:rPr>
            <a:t> </a:t>
          </a:r>
          <a:r>
            <a:rPr lang="ro-RO" sz="2400" kern="1200" dirty="0">
              <a:latin typeface="The Hand Black Mate" panose="02010606010101020104" pitchFamily="2" charset="0"/>
            </a:rPr>
            <a:t>BIN</a:t>
          </a:r>
          <a:r>
            <a:rPr lang="en-US" sz="2400" kern="1200" dirty="0">
              <a:latin typeface="The Hand Black Mate" panose="02010606010101020104" pitchFamily="2" charset="0"/>
            </a:rPr>
            <a:t> </a:t>
          </a:r>
        </a:p>
      </dsp:txBody>
      <dsp:txXfrm>
        <a:off x="647098" y="1634790"/>
        <a:ext cx="2976691" cy="643156"/>
      </dsp:txXfrm>
    </dsp:sp>
    <dsp:sp modelId="{2FF33F79-81DD-4348-97ED-671AC3DFB09A}">
      <dsp:nvSpPr>
        <dsp:cNvPr id="0" name=""/>
        <dsp:cNvSpPr/>
      </dsp:nvSpPr>
      <dsp:spPr>
        <a:xfrm>
          <a:off x="942990" y="2422170"/>
          <a:ext cx="3771963" cy="6831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The Hand Black Mate" panose="02010606010101020104" pitchFamily="2" charset="0"/>
            </a:rPr>
            <a:t>Interac</a:t>
          </a:r>
          <a:r>
            <a:rPr lang="ro-RO" sz="2400" kern="1200" dirty="0">
              <a:latin typeface="The Hand Black Mate" panose="02010606010101020104" pitchFamily="2" charset="0"/>
            </a:rPr>
            <a:t>ț</a:t>
          </a:r>
          <a:r>
            <a:rPr lang="en-US" sz="2400" kern="1200" dirty="0" err="1">
              <a:latin typeface="The Hand Black Mate" panose="02010606010101020104" pitchFamily="2" charset="0"/>
            </a:rPr>
            <a:t>iunea</a:t>
          </a:r>
          <a:r>
            <a:rPr lang="en-US" sz="2400" kern="1200" dirty="0">
              <a:latin typeface="The Hand Black Mate" panose="02010606010101020104" pitchFamily="2" charset="0"/>
            </a:rPr>
            <a:t> cu </a:t>
          </a:r>
          <a:r>
            <a:rPr lang="en-US" sz="2400" kern="1200" dirty="0" err="1">
              <a:latin typeface="The Hand Black Mate" panose="02010606010101020104" pitchFamily="2" charset="0"/>
            </a:rPr>
            <a:t>metodele</a:t>
          </a:r>
          <a:r>
            <a:rPr lang="en-US" sz="2400" kern="1200" dirty="0">
              <a:latin typeface="The Hand Black Mate" panose="02010606010101020104" pitchFamily="2" charset="0"/>
            </a:rPr>
            <a:t> </a:t>
          </a:r>
          <a:r>
            <a:rPr lang="en-US" sz="2400" kern="1200" dirty="0" err="1">
              <a:latin typeface="The Hand Black Mate" panose="02010606010101020104" pitchFamily="2" charset="0"/>
            </a:rPr>
            <a:t>contractului</a:t>
          </a:r>
          <a:r>
            <a:rPr lang="ro-RO" sz="2400" kern="1200" dirty="0">
              <a:latin typeface="The Hand Black Mate" panose="02010606010101020104" pitchFamily="2" charset="0"/>
            </a:rPr>
            <a:t> prin ABI</a:t>
          </a:r>
          <a:endParaRPr lang="en-US" sz="2400" kern="1200" dirty="0">
            <a:latin typeface="The Hand Black Mate" panose="02010606010101020104" pitchFamily="2" charset="0"/>
          </a:endParaRPr>
        </a:p>
      </dsp:txBody>
      <dsp:txXfrm>
        <a:off x="963000" y="2442180"/>
        <a:ext cx="2971976" cy="643156"/>
      </dsp:txXfrm>
    </dsp:sp>
    <dsp:sp modelId="{602F085B-E385-49B0-BC5D-267F159F8896}">
      <dsp:nvSpPr>
        <dsp:cNvPr id="0" name=""/>
        <dsp:cNvSpPr/>
      </dsp:nvSpPr>
      <dsp:spPr>
        <a:xfrm>
          <a:off x="3327898" y="523250"/>
          <a:ext cx="444064" cy="4440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1</a:t>
          </a:r>
        </a:p>
      </dsp:txBody>
      <dsp:txXfrm>
        <a:off x="3427812" y="523250"/>
        <a:ext cx="244236" cy="334158"/>
      </dsp:txXfrm>
    </dsp:sp>
    <dsp:sp modelId="{3012A328-7838-4B03-BCD6-E597627F9BF6}">
      <dsp:nvSpPr>
        <dsp:cNvPr id="0" name=""/>
        <dsp:cNvSpPr/>
      </dsp:nvSpPr>
      <dsp:spPr>
        <a:xfrm>
          <a:off x="3643800" y="1330641"/>
          <a:ext cx="444064" cy="4440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2</a:t>
          </a:r>
        </a:p>
      </dsp:txBody>
      <dsp:txXfrm>
        <a:off x="3743714" y="1330641"/>
        <a:ext cx="244236" cy="334158"/>
      </dsp:txXfrm>
    </dsp:sp>
    <dsp:sp modelId="{50BCFACC-1485-4208-B6F6-3C131F69A473}">
      <dsp:nvSpPr>
        <dsp:cNvPr id="0" name=""/>
        <dsp:cNvSpPr/>
      </dsp:nvSpPr>
      <dsp:spPr>
        <a:xfrm>
          <a:off x="3954987" y="2138031"/>
          <a:ext cx="444064" cy="4440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3</a:t>
          </a:r>
        </a:p>
      </dsp:txBody>
      <dsp:txXfrm>
        <a:off x="4054901" y="2138031"/>
        <a:ext cx="244236" cy="3341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3480AA-48D2-4F1C-A341-4204105981C1}">
      <dsp:nvSpPr>
        <dsp:cNvPr id="0" name=""/>
        <dsp:cNvSpPr/>
      </dsp:nvSpPr>
      <dsp:spPr>
        <a:xfrm>
          <a:off x="82368" y="736831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The Hand Black Mate" panose="02010606010101020104" pitchFamily="2" charset="0"/>
            </a:rPr>
            <a:t>Configurare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101039" y="755502"/>
        <a:ext cx="1237609" cy="600133"/>
      </dsp:txXfrm>
    </dsp:sp>
    <dsp:sp modelId="{31DEA0D6-2D45-4C7C-9FD2-021E76AE6B5C}">
      <dsp:nvSpPr>
        <dsp:cNvPr id="0" name=""/>
        <dsp:cNvSpPr/>
      </dsp:nvSpPr>
      <dsp:spPr>
        <a:xfrm rot="18289469">
          <a:off x="1165792" y="680207"/>
          <a:ext cx="893035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893035" y="88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1589984" y="666694"/>
        <a:ext cx="44651" cy="44651"/>
      </dsp:txXfrm>
    </dsp:sp>
    <dsp:sp modelId="{608C5560-9C14-4CC0-8187-68CE43B235C1}">
      <dsp:nvSpPr>
        <dsp:cNvPr id="0" name=""/>
        <dsp:cNvSpPr/>
      </dsp:nvSpPr>
      <dsp:spPr>
        <a:xfrm>
          <a:off x="1867300" y="3734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Adam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1885971" y="22405"/>
        <a:ext cx="1237609" cy="600133"/>
      </dsp:txXfrm>
    </dsp:sp>
    <dsp:sp modelId="{6AA682F7-857E-4E82-939D-DDC8BFAF44A0}">
      <dsp:nvSpPr>
        <dsp:cNvPr id="0" name=""/>
        <dsp:cNvSpPr/>
      </dsp:nvSpPr>
      <dsp:spPr>
        <a:xfrm>
          <a:off x="1357320" y="1046755"/>
          <a:ext cx="509980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509980" y="88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1599560" y="1042819"/>
        <a:ext cx="25499" cy="25499"/>
      </dsp:txXfrm>
    </dsp:sp>
    <dsp:sp modelId="{698DE39C-3937-4443-8694-E46604C4C77B}">
      <dsp:nvSpPr>
        <dsp:cNvPr id="0" name=""/>
        <dsp:cNvSpPr/>
      </dsp:nvSpPr>
      <dsp:spPr>
        <a:xfrm>
          <a:off x="1867300" y="736831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Binary </a:t>
          </a:r>
          <a:r>
            <a:rPr lang="en-US" sz="2400" kern="1200" dirty="0" err="1">
              <a:latin typeface="The Hand Black Mate" panose="02010606010101020104" pitchFamily="2" charset="0"/>
            </a:rPr>
            <a:t>crossentropy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1885971" y="755502"/>
        <a:ext cx="1237609" cy="600133"/>
      </dsp:txXfrm>
    </dsp:sp>
    <dsp:sp modelId="{EA2FFC5E-CFEA-402E-AE19-7DCA74CBEEB9}">
      <dsp:nvSpPr>
        <dsp:cNvPr id="0" name=""/>
        <dsp:cNvSpPr/>
      </dsp:nvSpPr>
      <dsp:spPr>
        <a:xfrm rot="3310531">
          <a:off x="1165792" y="1413304"/>
          <a:ext cx="893035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893035" y="88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1589984" y="1399791"/>
        <a:ext cx="44651" cy="44651"/>
      </dsp:txXfrm>
    </dsp:sp>
    <dsp:sp modelId="{D7C51CBC-B6D9-4B5A-BCBF-528EE965B5C1}">
      <dsp:nvSpPr>
        <dsp:cNvPr id="0" name=""/>
        <dsp:cNvSpPr/>
      </dsp:nvSpPr>
      <dsp:spPr>
        <a:xfrm>
          <a:off x="1867300" y="1469928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The Hand Black Mate" panose="02010606010101020104" pitchFamily="2" charset="0"/>
            </a:rPr>
            <a:t>Metrici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1885971" y="1488599"/>
        <a:ext cx="1237609" cy="600133"/>
      </dsp:txXfrm>
    </dsp:sp>
    <dsp:sp modelId="{E7891A73-5E66-4CC6-B909-7BDCF4A3BC83}">
      <dsp:nvSpPr>
        <dsp:cNvPr id="0" name=""/>
        <dsp:cNvSpPr/>
      </dsp:nvSpPr>
      <dsp:spPr>
        <a:xfrm rot="18289469">
          <a:off x="2950724" y="1413304"/>
          <a:ext cx="893035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893035" y="88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3374916" y="1399791"/>
        <a:ext cx="44651" cy="44651"/>
      </dsp:txXfrm>
    </dsp:sp>
    <dsp:sp modelId="{EEB342FF-7A88-4B87-964A-1FFC2B8019D1}">
      <dsp:nvSpPr>
        <dsp:cNvPr id="0" name=""/>
        <dsp:cNvSpPr/>
      </dsp:nvSpPr>
      <dsp:spPr>
        <a:xfrm>
          <a:off x="3652232" y="736831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MSE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3670903" y="755502"/>
        <a:ext cx="1237609" cy="600133"/>
      </dsp:txXfrm>
    </dsp:sp>
    <dsp:sp modelId="{D649C0AD-B5E3-4535-BD88-65B84319ACA0}">
      <dsp:nvSpPr>
        <dsp:cNvPr id="0" name=""/>
        <dsp:cNvSpPr/>
      </dsp:nvSpPr>
      <dsp:spPr>
        <a:xfrm>
          <a:off x="3142252" y="1779852"/>
          <a:ext cx="509980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509980" y="88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3384492" y="1775916"/>
        <a:ext cx="25499" cy="25499"/>
      </dsp:txXfrm>
    </dsp:sp>
    <dsp:sp modelId="{11C7D1AA-0C73-46CF-B64B-355D6BEFCB5A}">
      <dsp:nvSpPr>
        <dsp:cNvPr id="0" name=""/>
        <dsp:cNvSpPr/>
      </dsp:nvSpPr>
      <dsp:spPr>
        <a:xfrm>
          <a:off x="3652232" y="1469928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Loss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3670903" y="1488599"/>
        <a:ext cx="1237609" cy="600133"/>
      </dsp:txXfrm>
    </dsp:sp>
    <dsp:sp modelId="{1FAEA356-B80C-4034-B55E-7C99EC9CF436}">
      <dsp:nvSpPr>
        <dsp:cNvPr id="0" name=""/>
        <dsp:cNvSpPr/>
      </dsp:nvSpPr>
      <dsp:spPr>
        <a:xfrm rot="3310531">
          <a:off x="2950724" y="2146401"/>
          <a:ext cx="893035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893035" y="88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3374916" y="2132888"/>
        <a:ext cx="44651" cy="44651"/>
      </dsp:txXfrm>
    </dsp:sp>
    <dsp:sp modelId="{9E84098F-470F-493A-87F7-4EFD485E30BD}">
      <dsp:nvSpPr>
        <dsp:cNvPr id="0" name=""/>
        <dsp:cNvSpPr/>
      </dsp:nvSpPr>
      <dsp:spPr>
        <a:xfrm>
          <a:off x="3652232" y="2203025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Accuracy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3670903" y="2221696"/>
        <a:ext cx="1237609" cy="600133"/>
      </dsp:txXfrm>
    </dsp:sp>
    <dsp:sp modelId="{15FC2F48-70E8-443D-BB22-30BE4DFAA4A0}">
      <dsp:nvSpPr>
        <dsp:cNvPr id="0" name=""/>
        <dsp:cNvSpPr/>
      </dsp:nvSpPr>
      <dsp:spPr>
        <a:xfrm>
          <a:off x="82368" y="2936122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The Hand Black Mate" panose="02010606010101020104" pitchFamily="2" charset="0"/>
            </a:rPr>
            <a:t>Antrenare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101039" y="2954793"/>
        <a:ext cx="1237609" cy="600133"/>
      </dsp:txXfrm>
    </dsp:sp>
    <dsp:sp modelId="{DD672FEA-9CDB-47B3-8372-B2DFB2D32E9D}">
      <dsp:nvSpPr>
        <dsp:cNvPr id="0" name=""/>
        <dsp:cNvSpPr/>
      </dsp:nvSpPr>
      <dsp:spPr>
        <a:xfrm rot="18289469">
          <a:off x="1165792" y="2879498"/>
          <a:ext cx="893035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893035" y="88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1589984" y="2865986"/>
        <a:ext cx="44651" cy="44651"/>
      </dsp:txXfrm>
    </dsp:sp>
    <dsp:sp modelId="{C916A101-1295-4482-87B0-9C9B957D685B}">
      <dsp:nvSpPr>
        <dsp:cNvPr id="0" name=""/>
        <dsp:cNvSpPr/>
      </dsp:nvSpPr>
      <dsp:spPr>
        <a:xfrm>
          <a:off x="1867300" y="2203025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100 de </a:t>
          </a:r>
          <a:r>
            <a:rPr lang="en-US" sz="2400" kern="1200" dirty="0" err="1">
              <a:latin typeface="The Hand Black Mate" panose="02010606010101020104" pitchFamily="2" charset="0"/>
            </a:rPr>
            <a:t>epoci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1885971" y="2221696"/>
        <a:ext cx="1237609" cy="600133"/>
      </dsp:txXfrm>
    </dsp:sp>
    <dsp:sp modelId="{950118DD-802A-44B4-BE8A-3ABA7E7D09F4}">
      <dsp:nvSpPr>
        <dsp:cNvPr id="0" name=""/>
        <dsp:cNvSpPr/>
      </dsp:nvSpPr>
      <dsp:spPr>
        <a:xfrm>
          <a:off x="1357320" y="3246047"/>
          <a:ext cx="509980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509980" y="88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1599560" y="3242110"/>
        <a:ext cx="25499" cy="25499"/>
      </dsp:txXfrm>
    </dsp:sp>
    <dsp:sp modelId="{3D24216F-A610-4C59-8354-B0A0C41E9705}">
      <dsp:nvSpPr>
        <dsp:cNvPr id="0" name=""/>
        <dsp:cNvSpPr/>
      </dsp:nvSpPr>
      <dsp:spPr>
        <a:xfrm>
          <a:off x="1867300" y="2936122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Lot de 32 </a:t>
          </a:r>
          <a:r>
            <a:rPr lang="en-US" sz="2400" kern="1200" dirty="0" err="1">
              <a:latin typeface="The Hand Black Mate" panose="02010606010101020104" pitchFamily="2" charset="0"/>
            </a:rPr>
            <a:t>instan</a:t>
          </a:r>
          <a:r>
            <a:rPr lang="ro-RO" sz="2400" kern="1200" dirty="0">
              <a:latin typeface="The Hand Black Mate" panose="02010606010101020104" pitchFamily="2" charset="0"/>
            </a:rPr>
            <a:t>ț</a:t>
          </a:r>
          <a:r>
            <a:rPr lang="en-US" sz="2400" kern="1200" dirty="0">
              <a:latin typeface="The Hand Black Mate" panose="02010606010101020104" pitchFamily="2" charset="0"/>
            </a:rPr>
            <a:t>e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1885971" y="2954793"/>
        <a:ext cx="1237609" cy="600133"/>
      </dsp:txXfrm>
    </dsp:sp>
    <dsp:sp modelId="{121BA2F6-B071-4FF3-8855-087D4C22C0A4}">
      <dsp:nvSpPr>
        <dsp:cNvPr id="0" name=""/>
        <dsp:cNvSpPr/>
      </dsp:nvSpPr>
      <dsp:spPr>
        <a:xfrm rot="3310531">
          <a:off x="1165792" y="3612595"/>
          <a:ext cx="893035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893035" y="88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1589984" y="3599083"/>
        <a:ext cx="44651" cy="44651"/>
      </dsp:txXfrm>
    </dsp:sp>
    <dsp:sp modelId="{286011E4-DB2A-49ED-A763-582AEE9BD6BF}">
      <dsp:nvSpPr>
        <dsp:cNvPr id="0" name=""/>
        <dsp:cNvSpPr/>
      </dsp:nvSpPr>
      <dsp:spPr>
        <a:xfrm>
          <a:off x="1867300" y="3669219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Date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1885971" y="3687890"/>
        <a:ext cx="1237609" cy="600133"/>
      </dsp:txXfrm>
    </dsp:sp>
    <dsp:sp modelId="{9EB8699D-57A3-48B7-B332-64951FE490BF}">
      <dsp:nvSpPr>
        <dsp:cNvPr id="0" name=""/>
        <dsp:cNvSpPr/>
      </dsp:nvSpPr>
      <dsp:spPr>
        <a:xfrm rot="19457599">
          <a:off x="3083220" y="3795869"/>
          <a:ext cx="628043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628043" y="88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3381541" y="3788982"/>
        <a:ext cx="31402" cy="31402"/>
      </dsp:txXfrm>
    </dsp:sp>
    <dsp:sp modelId="{9AD22B66-C423-4B2E-B0FE-C6DBD5575C77}">
      <dsp:nvSpPr>
        <dsp:cNvPr id="0" name=""/>
        <dsp:cNvSpPr/>
      </dsp:nvSpPr>
      <dsp:spPr>
        <a:xfrm>
          <a:off x="3652232" y="3302671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80% Input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3670903" y="3321342"/>
        <a:ext cx="1237609" cy="600133"/>
      </dsp:txXfrm>
    </dsp:sp>
    <dsp:sp modelId="{D7525E39-6298-47C3-AF9B-4C0179538C80}">
      <dsp:nvSpPr>
        <dsp:cNvPr id="0" name=""/>
        <dsp:cNvSpPr/>
      </dsp:nvSpPr>
      <dsp:spPr>
        <a:xfrm rot="19457599">
          <a:off x="4868153" y="3429321"/>
          <a:ext cx="628043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628043" y="88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5166473" y="3422433"/>
        <a:ext cx="31402" cy="31402"/>
      </dsp:txXfrm>
    </dsp:sp>
    <dsp:sp modelId="{6134BF68-56E5-4BCD-A93E-A5CF6D8F78DF}">
      <dsp:nvSpPr>
        <dsp:cNvPr id="0" name=""/>
        <dsp:cNvSpPr/>
      </dsp:nvSpPr>
      <dsp:spPr>
        <a:xfrm>
          <a:off x="5437164" y="2936122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80% </a:t>
          </a:r>
          <a:r>
            <a:rPr lang="en-US" sz="2400" kern="1200" dirty="0" err="1">
              <a:latin typeface="The Hand Black Mate" panose="02010606010101020104" pitchFamily="2" charset="0"/>
            </a:rPr>
            <a:t>Antrenare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5455835" y="2954793"/>
        <a:ext cx="1237609" cy="600133"/>
      </dsp:txXfrm>
    </dsp:sp>
    <dsp:sp modelId="{869AE1D5-CDA5-43AC-B5B9-67AABAF249B3}">
      <dsp:nvSpPr>
        <dsp:cNvPr id="0" name=""/>
        <dsp:cNvSpPr/>
      </dsp:nvSpPr>
      <dsp:spPr>
        <a:xfrm rot="2142401">
          <a:off x="4868153" y="3795869"/>
          <a:ext cx="628043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628043" y="88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5166473" y="3788982"/>
        <a:ext cx="31402" cy="31402"/>
      </dsp:txXfrm>
    </dsp:sp>
    <dsp:sp modelId="{5F7CF47C-1E30-4D24-99B0-2E03C91C2CAB}">
      <dsp:nvSpPr>
        <dsp:cNvPr id="0" name=""/>
        <dsp:cNvSpPr/>
      </dsp:nvSpPr>
      <dsp:spPr>
        <a:xfrm>
          <a:off x="5437164" y="3669219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20% </a:t>
          </a:r>
          <a:r>
            <a:rPr lang="en-US" sz="2400" kern="1200" dirty="0" err="1">
              <a:latin typeface="The Hand Black Mate" panose="02010606010101020104" pitchFamily="2" charset="0"/>
            </a:rPr>
            <a:t>Validare</a:t>
          </a:r>
          <a:r>
            <a:rPr lang="en-US" sz="2400" kern="1200" dirty="0">
              <a:latin typeface="The Hand Black Mate" panose="02010606010101020104" pitchFamily="2" charset="0"/>
            </a:rPr>
            <a:t> </a:t>
          </a:r>
          <a:r>
            <a:rPr lang="en-US" sz="2400" kern="1200" dirty="0" err="1">
              <a:latin typeface="The Hand Black Mate" panose="02010606010101020104" pitchFamily="2" charset="0"/>
            </a:rPr>
            <a:t>activ</a:t>
          </a:r>
          <a:r>
            <a:rPr lang="ro-RO" sz="2400" kern="1200" dirty="0">
              <a:latin typeface="The Hand Black Mate" panose="02010606010101020104" pitchFamily="2" charset="0"/>
            </a:rPr>
            <a:t>ă</a:t>
          </a:r>
        </a:p>
      </dsp:txBody>
      <dsp:txXfrm>
        <a:off x="5455835" y="3687890"/>
        <a:ext cx="1237609" cy="600133"/>
      </dsp:txXfrm>
    </dsp:sp>
    <dsp:sp modelId="{FAB38497-1FC5-4082-8242-D5DBD4AAF9CA}">
      <dsp:nvSpPr>
        <dsp:cNvPr id="0" name=""/>
        <dsp:cNvSpPr/>
      </dsp:nvSpPr>
      <dsp:spPr>
        <a:xfrm rot="2142401">
          <a:off x="3083220" y="4162418"/>
          <a:ext cx="628043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628043" y="88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3381541" y="4155530"/>
        <a:ext cx="31402" cy="31402"/>
      </dsp:txXfrm>
    </dsp:sp>
    <dsp:sp modelId="{0C4EACE1-2286-4F31-9B3F-553559E87265}">
      <dsp:nvSpPr>
        <dsp:cNvPr id="0" name=""/>
        <dsp:cNvSpPr/>
      </dsp:nvSpPr>
      <dsp:spPr>
        <a:xfrm>
          <a:off x="3652232" y="4035768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20% </a:t>
          </a:r>
          <a:r>
            <a:rPr lang="en-US" sz="2400" kern="1200" dirty="0" err="1">
              <a:latin typeface="The Hand Black Mate" panose="02010606010101020104" pitchFamily="2" charset="0"/>
            </a:rPr>
            <a:t>Validare</a:t>
          </a:r>
          <a:r>
            <a:rPr lang="ro-RO" sz="2400" kern="1200" dirty="0">
              <a:latin typeface="The Hand Black Mate" panose="02010606010101020104" pitchFamily="2" charset="0"/>
            </a:rPr>
            <a:t> finală</a:t>
          </a:r>
        </a:p>
      </dsp:txBody>
      <dsp:txXfrm>
        <a:off x="3670903" y="4054439"/>
        <a:ext cx="1237609" cy="600133"/>
      </dsp:txXfrm>
    </dsp:sp>
    <dsp:sp modelId="{0D89B890-6FEC-4DC2-9908-1292DFE0DCB7}">
      <dsp:nvSpPr>
        <dsp:cNvPr id="0" name=""/>
        <dsp:cNvSpPr/>
      </dsp:nvSpPr>
      <dsp:spPr>
        <a:xfrm>
          <a:off x="82368" y="5135413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Re</a:t>
          </a:r>
          <a:r>
            <a:rPr lang="ro-RO" sz="2400" kern="1200" dirty="0">
              <a:latin typeface="The Hand Black Mate" panose="02010606010101020104" pitchFamily="2" charset="0"/>
            </a:rPr>
            <a:t>ț</a:t>
          </a:r>
          <a:r>
            <a:rPr lang="en-US" sz="2400" kern="1200" dirty="0" err="1">
              <a:latin typeface="The Hand Black Mate" panose="02010606010101020104" pitchFamily="2" charset="0"/>
            </a:rPr>
            <a:t>ele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101039" y="5154084"/>
        <a:ext cx="1237609" cy="600133"/>
      </dsp:txXfrm>
    </dsp:sp>
    <dsp:sp modelId="{DC7E7F6B-F902-470A-9FDE-FACDF4E7BCE3}">
      <dsp:nvSpPr>
        <dsp:cNvPr id="0" name=""/>
        <dsp:cNvSpPr/>
      </dsp:nvSpPr>
      <dsp:spPr>
        <a:xfrm rot="18289469">
          <a:off x="1165792" y="5078789"/>
          <a:ext cx="893035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893035" y="88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1589984" y="5065277"/>
        <a:ext cx="44651" cy="44651"/>
      </dsp:txXfrm>
    </dsp:sp>
    <dsp:sp modelId="{2BD56D2E-DCA5-43C0-9EA4-2A45CBF2E753}">
      <dsp:nvSpPr>
        <dsp:cNvPr id="0" name=""/>
        <dsp:cNvSpPr/>
      </dsp:nvSpPr>
      <dsp:spPr>
        <a:xfrm>
          <a:off x="1867300" y="4402316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The Hand Black Mate" panose="02010606010101020104" pitchFamily="2" charset="0"/>
            </a:rPr>
            <a:t>ReLU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1885971" y="4420987"/>
        <a:ext cx="1237609" cy="600133"/>
      </dsp:txXfrm>
    </dsp:sp>
    <dsp:sp modelId="{E664FFC5-F314-40CB-90E0-FB2C78CC2CED}">
      <dsp:nvSpPr>
        <dsp:cNvPr id="0" name=""/>
        <dsp:cNvSpPr/>
      </dsp:nvSpPr>
      <dsp:spPr>
        <a:xfrm>
          <a:off x="1357320" y="5445338"/>
          <a:ext cx="509980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509980" y="88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1599560" y="5441402"/>
        <a:ext cx="25499" cy="25499"/>
      </dsp:txXfrm>
    </dsp:sp>
    <dsp:sp modelId="{83F2BAFA-0142-4141-9162-76B58A9AD71C}">
      <dsp:nvSpPr>
        <dsp:cNvPr id="0" name=""/>
        <dsp:cNvSpPr/>
      </dsp:nvSpPr>
      <dsp:spPr>
        <a:xfrm>
          <a:off x="1867300" y="5135413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he Hand Black Mate" panose="02010606010101020104" pitchFamily="2" charset="0"/>
            </a:rPr>
            <a:t>Sigmoid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1885971" y="5154084"/>
        <a:ext cx="1237609" cy="600133"/>
      </dsp:txXfrm>
    </dsp:sp>
    <dsp:sp modelId="{D4E67875-16B8-452B-BB24-4026CC813045}">
      <dsp:nvSpPr>
        <dsp:cNvPr id="0" name=""/>
        <dsp:cNvSpPr/>
      </dsp:nvSpPr>
      <dsp:spPr>
        <a:xfrm rot="3310531">
          <a:off x="1165792" y="5811886"/>
          <a:ext cx="893035" cy="17626"/>
        </a:xfrm>
        <a:custGeom>
          <a:avLst/>
          <a:gdLst/>
          <a:ahLst/>
          <a:cxnLst/>
          <a:rect l="0" t="0" r="0" b="0"/>
          <a:pathLst>
            <a:path>
              <a:moveTo>
                <a:pt x="0" y="8813"/>
              </a:moveTo>
              <a:lnTo>
                <a:pt x="893035" y="88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o-RO" sz="500" kern="1200"/>
        </a:p>
      </dsp:txBody>
      <dsp:txXfrm>
        <a:off x="1589984" y="5798374"/>
        <a:ext cx="44651" cy="44651"/>
      </dsp:txXfrm>
    </dsp:sp>
    <dsp:sp modelId="{9782F0FF-1316-4201-A8C5-50CBBE4E0D84}">
      <dsp:nvSpPr>
        <dsp:cNvPr id="0" name=""/>
        <dsp:cNvSpPr/>
      </dsp:nvSpPr>
      <dsp:spPr>
        <a:xfrm>
          <a:off x="1867300" y="5868510"/>
          <a:ext cx="1274951" cy="6374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The Hand Black Mate" panose="02010606010101020104" pitchFamily="2" charset="0"/>
            </a:rPr>
            <a:t>Normalizare</a:t>
          </a:r>
          <a:r>
            <a:rPr lang="en-US" sz="2400" kern="1200" dirty="0">
              <a:latin typeface="The Hand Black Mate" panose="02010606010101020104" pitchFamily="2" charset="0"/>
            </a:rPr>
            <a:t> Batch</a:t>
          </a:r>
          <a:endParaRPr lang="ro-RO" sz="2400" kern="1200" dirty="0">
            <a:latin typeface="The Hand Black Mate" panose="02010606010101020104" pitchFamily="2" charset="0"/>
          </a:endParaRPr>
        </a:p>
      </dsp:txBody>
      <dsp:txXfrm>
        <a:off x="1885971" y="5887181"/>
        <a:ext cx="1237609" cy="6001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A6C86A-E696-4915-84A9-365D513683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FA275-E5BD-42D5-86C3-D4A66EF382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D676F-4DB5-46B8-8F00-05DB67D5471C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08037F-BC33-4B71-9390-1FCCB44C83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A39EB-596B-48AB-BC3E-069215B769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DFD5B-C328-43D8-A4C7-929BECA315C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701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5-17T07:44:30.856"/>
    </inkml:context>
    <inkml:brush xml:id="br0">
      <inkml:brushProperty name="width" value="0.1" units="cm"/>
      <inkml:brushProperty name="height" value="0.1" units="cm"/>
      <inkml:brushProperty name="color" value="#94B6D2"/>
    </inkml:brush>
  </inkml:definitions>
  <inkml:trace contextRef="#ctx0" brushRef="#br0">39236 13341 16383 0 0,'0'0'0'0'0,"0"-5"0"0"0,0-13 0 0 0,-1 1 0 0 0,1-4 0 0 0,0 0 0 0 0,0-2 0 0 0,0-4 0 0 0,-1-5 0 0 0,1-3 0 0 0,0 5 0 0 0,-1-1 0 0 0,1 0 0 0 0,0-3 0 0 0,-1-2 0 0 0,1 5 0 0 0,0 0 0 0 0,0 1 0 0 0,-1-3 0 0 0,1-3 0 0 0,0 0 0 0 0,-1-3 0 0 0,1-1 0 0 0,0 0 0 0 0,-1 0 0 0 0,1-2 0 0 0,0 1 0 0 0,-1 1 0 0 0,1 0 0 0 0,-1 0 0 0 0,1 0 0 0 0,0-1 0 0 0,-1 1 0 0 0,1 0 0 0 0,0 0 0 0 0,-2 0 0 0 0,2-1 0 0 0,-1 3 0 0 0,1-2 0 0 0,0 0 0 0 0,-1 5 0 0 0,1 5 0 0 0,0-1 0 0 0,0-1 0 0 0,-1 3 0 0 0,1 0 0 0 0,0 0 0 0 0,0 5 0 0 0,-1-3 0 0 0,1-2 0 0 0,0-2 0 0 0,-1-5 0 0 0,1 0 0 0 0,0-3 0 0 0,-1-1 0 0 0,1 6 0 0 0,0 3 0 0 0,0-1 0 0 0,-1-1 0 0 0,1 4 0 0 0,0 8 0 0 0,0 0 0 0 0,-1-2 0 0 0,1-5 0 0 0,0-5 0 0 0,0 4 0 0 0,-1 1 0 0 0,1-3 0 0 0,0-3 0 0 0,-1-1 0 0 0,1-3 0 0 0,0 0 0 0 0,-2-10 0 0 0,2-2 0 0 0,-1 0 0 0 0,1 4 0 0 0,-1 0 0 0 0,1 2 0 0 0,0 10 0 0 0,-1 1 0 0 0,1 3 0 0 0,0-3 0 0 0,0-1 0 0 0,-1 3 0 0 0,1 10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5-19T07:00:30.725"/>
    </inkml:context>
    <inkml:brush xml:id="br0">
      <inkml:brushProperty name="width" value="0.1" units="cm"/>
      <inkml:brushProperty name="height" value="0.1" units="cm"/>
      <inkml:brushProperty name="color" value="#E4650E"/>
    </inkml:brush>
  </inkml:definitions>
  <inkml:trace contextRef="#ctx0" brushRef="#br0">39293 14914 16383 0 0,'0'0'0'0'0,"0"-8"0"0"0,0-20 0 0 0,-3 2 0 0 0,3-7 0 0 0,0 0 0 0 0,0-3 0 0 0,0-6 0 0 0,-3-8 0 0 0,3-4 0 0 0,0 7 0 0 0,-3-1 0 0 0,3-1 0 0 0,0-4 0 0 0,-3-3 0 0 0,3 8 0 0 0,0 0 0 0 0,0 1 0 0 0,-3-5 0 0 0,3-4 0 0 0,0 0 0 0 0,-3-5 0 0 0,3-1 0 0 0,0 0 0 0 0,-3-1 0 0 0,3-2 0 0 0,0 1 0 0 0,-3 2 0 0 0,3-1 0 0 0,-4 1 0 0 0,4-1 0 0 0,0 0 0 0 0,-3 0 0 0 0,3 1 0 0 0,0 0 0 0 0,-6-1 0 0 0,6-1 0 0 0,-3 5 0 0 0,3-3 0 0 0,0-1 0 0 0,-3 9 0 0 0,3 7 0 0 0,0-1 0 0 0,0-2 0 0 0,-3 5 0 0 0,3-1 0 0 0,0 1 0 0 0,0 8 0 0 0,-3-5 0 0 0,3-3 0 0 0,0-4 0 0 0,-3-7 0 0 0,3 0 0 0 0,0-5 0 0 0,-3-1 0 0 0,3 9 0 0 0,0 4 0 0 0,0 0 0 0 0,-3-3 0 0 0,3 7 0 0 0,0 12 0 0 0,0 0 0 0 0,-3-2 0 0 0,3-9 0 0 0,0-7 0 0 0,0 5 0 0 0,-3 3 0 0 0,3-6 0 0 0,0-4 0 0 0,-3-1 0 0 0,3-5 0 0 0,0-1 0 0 0,-6-14 0 0 0,6-4 0 0 0,-3 0 0 0 0,3 6 0 0 0,-3 0 0 0 0,3 4 0 0 0,0 15 0 0 0,-3 1 0 0 0,3 5 0 0 0,0-4 0 0 0,0-2 0 0 0,-3 5 0 0 0,3 15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5-19T07:01:35.261"/>
    </inkml:context>
    <inkml:brush xml:id="br0">
      <inkml:brushProperty name="width" value="0.1" units="cm"/>
      <inkml:brushProperty name="height" value="0.1" units="cm"/>
      <inkml:brushProperty name="color" value="#E4650E"/>
    </inkml:brush>
  </inkml:definitions>
  <inkml:trace contextRef="#ctx0" brushRef="#br0">39462 15082 16383 0 0,'0'0'0'0'0,"0"-8"0"0"0,0-21 0 0 0,-9 2 0 0 0,9-7 0 0 0,0 0 0 0 0,0-4 0 0 0,0-5 0 0 0,-9-9 0 0 0,9-5 0 0 0,0 9 0 0 0,-9-2 0 0 0,9-1 0 0 0,0-4 0 0 0,-9-3 0 0 0,9 8 0 0 0,0 0 0 0 0,0 1 0 0 0,-9-4 0 0 0,9-6 0 0 0,0 1 0 0 0,-9-5 0 0 0,9-2 0 0 0,0 1 0 0 0,-9-1 0 0 0,9-3 0 0 0,0 2 0 0 0,-9 1 0 0 0,9 0 0 0 0,-10 0 0 0 0,10 1 0 0 0,0-3 0 0 0,-9 2 0 0 0,9 1 0 0 0,0-1 0 0 0,-18 0 0 0 0,18-1 0 0 0,-9 4 0 0 0,9-2 0 0 0,0-1 0 0 0,-9 8 0 0 0,9 9 0 0 0,0-3 0 0 0,0 0 0 0 0,-9 4 0 0 0,9 0 0 0 0,0 0 0 0 0,0 8 0 0 0,-9-5 0 0 0,9-3 0 0 0,0-3 0 0 0,-9-8 0 0 0,9 0 0 0 0,0-6 0 0 0,-9 0 0 0 0,9 9 0 0 0,0 5 0 0 0,0-2 0 0 0,-10-2 0 0 0,10 7 0 0 0,0 13 0 0 0,0 0 0 0 0,-9-3 0 0 0,9-8 0 0 0,0-9 0 0 0,0 8 0 0 0,-9 0 0 0 0,9-4 0 0 0,0-5 0 0 0,-9-2 0 0 0,9-4 0 0 0,0-1 0 0 0,-18-15 0 0 0,18-4 0 0 0,-9 0 0 0 0,9 6 0 0 0,-9 1 0 0 0,9 3 0 0 0,0 16 0 0 0,-9 1 0 0 0,9 6 0 0 0,0-6 0 0 0,0-1 0 0 0,-9 5 0 0 0,9 16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5-19T07:10:30.738"/>
    </inkml:context>
    <inkml:brush xml:id="br0">
      <inkml:brushProperty name="width" value="0.1" units="cm"/>
      <inkml:brushProperty name="height" value="0.1" units="cm"/>
      <inkml:brushProperty name="color" value="#E4650E"/>
    </inkml:brush>
  </inkml:definitions>
  <inkml:trace contextRef="#ctx0" brushRef="#br0">39203 13996 16383 0 0,'0'0'0'0'0,"0"-6"0"0"0,0-16 0 0 0,4 1 0 0 0,-4-5 0 0 0,0 0 0 0 0,0-2 0 0 0,0-5 0 0 0,4-7 0 0 0,-4-3 0 0 0,0 6 0 0 0,4-1 0 0 0,-4-1 0 0 0,0-3 0 0 0,3-2 0 0 0,-3 6 0 0 0,0 0 0 0 0,0 1 0 0 0,4-4 0 0 0,-4-3 0 0 0,0-1 0 0 0,4-3 0 0 0,-4-1 0 0 0,0 0 0 0 0,3-1 0 0 0,-3-1 0 0 0,0 0 0 0 0,4 2 0 0 0,-4-1 0 0 0,5 1 0 0 0,-5-1 0 0 0,0 1 0 0 0,4-1 0 0 0,-4 1 0 0 0,0 0 0 0 0,7-1 0 0 0,-7-1 0 0 0,4 5 0 0 0,-4-3 0 0 0,0-1 0 0 0,3 7 0 0 0,-3 6 0 0 0,0-1 0 0 0,0-2 0 0 0,4 5 0 0 0,-4-2 0 0 0,0 2 0 0 0,0 6 0 0 0,4-5 0 0 0,-4-1 0 0 0,0-4 0 0 0,4-5 0 0 0,-4-1 0 0 0,0-3 0 0 0,3-1 0 0 0,-3 7 0 0 0,0 3 0 0 0,0 1 0 0 0,4-3 0 0 0,-4 5 0 0 0,0 10 0 0 0,0 0 0 0 0,4-2 0 0 0,-4-7 0 0 0,0-5 0 0 0,0 4 0 0 0,3 2 0 0 0,-3-5 0 0 0,0-3 0 0 0,4-1 0 0 0,-4-3 0 0 0,0-2 0 0 0,7-10 0 0 0,-7-4 0 0 0,4 0 0 0 0,-4 5 0 0 0,4 0 0 0 0,-4 4 0 0 0,0 11 0 0 0,3 0 0 0 0,-3 5 0 0 0,0-3 0 0 0,0-2 0 0 0,4 4 0 0 0,-4 12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5-19T07:14:06.915"/>
    </inkml:context>
    <inkml:brush xml:id="br0">
      <inkml:brushProperty name="width" value="0.1" units="cm"/>
      <inkml:brushProperty name="height" value="0.1" units="cm"/>
      <inkml:brushProperty name="color" value="#E4650E"/>
    </inkml:brush>
  </inkml:definitions>
  <inkml:trace contextRef="#ctx0" brushRef="#br0">39199 13996 16383 0 0,'0'0'0'0'0,"0"-6"0"0"0,0-16 0 0 0,4 1 0 0 0,-4-5 0 0 0,0 0 0 0 0,0-2 0 0 0,0-5 0 0 0,4-7 0 0 0,-4-3 0 0 0,0 6 0 0 0,4-1 0 0 0,-4-1 0 0 0,0-3 0 0 0,3-2 0 0 0,-3 6 0 0 0,0 0 0 0 0,0 1 0 0 0,4-4 0 0 0,-4-3 0 0 0,0-1 0 0 0,4-3 0 0 0,-4-1 0 0 0,0 0 0 0 0,3-1 0 0 0,-3-1 0 0 0,0 0 0 0 0,4 2 0 0 0,-4-1 0 0 0,5 1 0 0 0,-5-1 0 0 0,0 1 0 0 0,4-1 0 0 0,-4 1 0 0 0,0 0 0 0 0,7-1 0 0 0,-7-1 0 0 0,4 5 0 0 0,-4-3 0 0 0,0-1 0 0 0,3 7 0 0 0,-3 6 0 0 0,0-1 0 0 0,0-2 0 0 0,4 5 0 0 0,-4-2 0 0 0,0 2 0 0 0,0 6 0 0 0,4-5 0 0 0,-4-1 0 0 0,0-4 0 0 0,4-5 0 0 0,-4-1 0 0 0,0-3 0 0 0,3-1 0 0 0,-3 7 0 0 0,0 3 0 0 0,0 1 0 0 0,4-3 0 0 0,-4 5 0 0 0,0 10 0 0 0,0 0 0 0 0,4-2 0 0 0,-4-7 0 0 0,0-5 0 0 0,0 4 0 0 0,3 2 0 0 0,-3-5 0 0 0,0-3 0 0 0,4-1 0 0 0,-4-3 0 0 0,0-2 0 0 0,7-10 0 0 0,-7-4 0 0 0,4 0 0 0 0,-4 5 0 0 0,4 0 0 0 0,-4 4 0 0 0,0 11 0 0 0,3 0 0 0 0,-3 5 0 0 0,0-3 0 0 0,0-2 0 0 0,4 4 0 0 0,-4 12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5-19T07:14:25.745"/>
    </inkml:context>
    <inkml:brush xml:id="br0">
      <inkml:brushProperty name="width" value="0.1" units="cm"/>
      <inkml:brushProperty name="height" value="0.1" units="cm"/>
      <inkml:brushProperty name="color" value="#E4650E"/>
    </inkml:brush>
  </inkml:definitions>
  <inkml:trace contextRef="#ctx0" brushRef="#br0">39191 12536 16383 0 0,'0'0'0'0'0,"0"-4"0"0"0,0-9 0 0 0,4 1 0 0 0,-4-3 0 0 0,0 0 0 0 0,0-1 0 0 0,0-3 0 0 0,4-4 0 0 0,-4-2 0 0 0,0 3 0 0 0,4 0 0 0 0,-4 0 0 0 0,0-3 0 0 0,3 0 0 0 0,-3 3 0 0 0,0 0 0 0 0,0 0 0 0 0,4-1 0 0 0,-4-3 0 0 0,0 0 0 0 0,4-2 0 0 0,-4 0 0 0 0,0 0 0 0 0,3-1 0 0 0,-3-1 0 0 0,0 1 0 0 0,4 0 0 0 0,-4 0 0 0 0,5 1 0 0 0,-5-1 0 0 0,0 1 0 0 0,4-1 0 0 0,-4 0 0 0 0,0 1 0 0 0,7-1 0 0 0,-7-1 0 0 0,4 4 0 0 0,-4-3 0 0 0,0 0 0 0 0,3 4 0 0 0,-3 4 0 0 0,0-1 0 0 0,0-1 0 0 0,4 3 0 0 0,-4-2 0 0 0,0 2 0 0 0,0 3 0 0 0,4-3 0 0 0,-4 0 0 0 0,0-2 0 0 0,4-4 0 0 0,-4 0 0 0 0,0-2 0 0 0,3 0 0 0 0,-3 4 0 0 0,0 1 0 0 0,0 1 0 0 0,4-2 0 0 0,-4 3 0 0 0,0 6 0 0 0,0 0 0 0 0,4-1 0 0 0,-4-4 0 0 0,0-3 0 0 0,0 2 0 0 0,3 1 0 0 0,-3-3 0 0 0,0-1 0 0 0,4-1 0 0 0,-4-1 0 0 0,0-2 0 0 0,7-6 0 0 0,-7-2 0 0 0,4 0 0 0 0,-4 3 0 0 0,4 0 0 0 0,-4 3 0 0 0,0 5 0 0 0,3 1 0 0 0,-3 3 0 0 0,0-3 0 0 0,0 0 0 0 0,4 2 0 0 0,-4 7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5-19T08:39:43.6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32782 12396 16383 0 0,'3'0'0'0'0,"1"0"0"0"0,0 0 0 0 0,3 0 0 0 0,3 0 0 0 0,2 0 0 0 0,4 0 0 0 0,1 0 0 0 0,2 0 0 0 0,0 0 0 0 0,0 0 0 0 0,1 0 0 0 0,-1 0 0 0 0,0 0 0 0 0,0 0 0 0 0,0 0 0 0 0,0 0 0 0 0,-1 0 0 0 0,1 0 0 0 0,0 0 0 0 0,-1 0 0 0 0,1 0 0 0 0,0 0 0 0 0,0 0 0 0 0,-1 0 0 0 0,1 0 0 0 0,0 0 0 0 0,0 0 0 0 0,-1 0 0 0 0,1 0 0 0 0,0 0 0 0 0,-1 0 0 0 0,1 0 0 0 0,0 0 0 0 0,0 0 0 0 0,-1 0 0 0 0,1 0 0 0 0,0 0 0 0 0,0 0 0 0 0,-1 0 0 0 0,-2 0 0 0 0,-2 0 0 0 0,1 0 0 0 0,1 0 0 0 0,0 0 0 0 0,1 0 0 0 0,1 0 0 0 0,1 0 0 0 0,-1 0 0 0 0,1 0 0 0 0,0 0 0 0 0,0 0 0 0 0,0 0 0 0 0,0 0 0 0 0,0 0 0 0 0,-1 0 0 0 0,1 0 0 0 0,0 0 0 0 0,3 0 0 0 0,1 0 0 0 0,-1 0 0 0 0,0 0 0 0 0,-1 0 0 0 0,0 0 0 0 0,1 0 0 0 0,2 0 0 0 0,-2 0 0 0 0,0 0 0 0 0,-1 0 0 0 0,-1 0 0 0 0,-4 0 0 0 0,-1 0 0 0 0,0 0 0 0 0,0 0 0 0 0,1 0 0 0 0,1 0 0 0 0,1 0 0 0 0,0 0 0 0 0,1 0 0 0 0,0 0 0 0 0,0 0 0 0 0,0 0 0 0 0,-4 0 0 0 0,0 0 0 0 0,0 0 0 0 0,0 0 0 0 0,2 0 0 0 0,0 0 0 0 0,1 0 0 0 0,0 0 0 0 0,1 0 0 0 0,0 0 0 0 0,0 0 0 0 0,0 0 0 0 0,3 0 0 0 0,1 0 0 0 0,-3 0 0 0 0,-3 0 0 0 0,0 0 0 0 0,0 0 0 0 0,0 0 0 0 0,1 0 0 0 0,0 0 0 0 0,0 0 0 0 0,1 0 0 0 0,0 0 0 0 0,-1 0 0 0 0,1 0 0 0 0,3 0 0 0 0,1 0 0 0 0,-3 0 0 0 0,-2 0 0 0 0,-1 0 0 0 0,-1 0 0 0 0,2 0 0 0 0,-4 0 0 0 0,0 0 0 0 0,0 0 0 0 0,1 0 0 0 0,-1 0 0 0 0,-1 0 0 0 0,1 0 0 0 0,1 0 0 0 0,-2 0 0 0 0,0 0 0 0 0,2 0 0 0 0,0 0 0 0 0,1 0 0 0 0,-1 0 0 0 0,-1 0 0 0 0,4 0 0 0 0,1 0 0 0 0,2 0 0 0 0,0 0 0 0 0,-1 0 0 0 0,0 0 0 0 0,0 0 0 0 0,-1 0 0 0 0,0 0 0 0 0,0 0 0 0 0,-4 0 0 0 0,0 0 0 0 0,-1 0 0 0 0,2 0 0 0 0,0 0 0 0 0,5 0 0 0 0,1 0 0 0 0,0 0 0 0 0,0 0 0 0 0,-1 0 0 0 0,0 0 0 0 0,-2 0 0 0 0,1 0 0 0 0,-1 0 0 0 0,-1 0 0 0 0,1 0 0 0 0,-1 0 0 0 0,4 0 0 0 0,1 0 0 0 0,0 0 0 0 0,-1 0 0 0 0,-1 0 0 0 0,-1 0 0 0 0,-1 0 0 0 0,0 0 0 0 0,0 0 0 0 0,0 0 0 0 0,2 0 0 0 0,2 0 0 0 0,0 0 0 0 0,-1 0 0 0 0,-1 0 0 0 0,-1 0 0 0 0,-1 0 0 0 0,0 0 0 0 0,0 0 0 0 0,0 0 0 0 0,-1 0 0 0 0,1 0 0 0 0,-1 0 0 0 0,-2 0 0 0 0,-2 0 0 0 0,1 0 0 0 0,-3 0 0 0 0,0 0 0 0 0,2 0 0 0 0,0 0 0 0 0,3 0 0 0 0,0 0 0 0 0,1 0 0 0 0,1 0 0 0 0,-1 0 0 0 0,1 0 0 0 0,0 0 0 0 0,0 0 0 0 0,0 0 0 0 0,0 0 0 0 0,0 0 0 0 0,0 0 0 0 0,-1 0 0 0 0,1 0 0 0 0,0 0 0 0 0,0 0 0 0 0,-1 0 0 0 0,1 0 0 0 0,0 0 0 0 0,0 0 0 0 0,-1 0 0 0 0,-2 0 0 0 0,-2 0 0 0 0,1 0 0 0 0,0 0 0 0 0,2 0 0 0 0,3 0 0 0 0,3 0 0 0 0,-1 0 0 0 0,0 0 0 0 0,2 0 0 0 0,1 0 0 0 0,-1 0 0 0 0,-2 0 0 0 0,-1 0 0 0 0,3 0 0 0 0,-1 0 0 0 0,-3 0 0 0 0,-2 0 0 0 0,-5 0 0 0 0,0 0 0 0 0,-1 0 0 0 0,3 0 0 0 0,0 0 0 0 0,2 0 0 0 0,4 0 0 0 0,2 0 0 0 0,-1 0 0 0 0,-3 0 0 0 0,-2 0 0 0 0,0 0 0 0 0,2 0 0 0 0,3 0 0 0 0,-4 0 0 0 0,-1 0 0 0 0,-1 0 0 0 0,1 0 0 0 0,0 0 0 0 0,1 0 0 0 0,0 0 0 0 0,0 0 0 0 0,1 0 0 0 0,-4 0 0 0 0,0 0 0 0 0,0 0 0 0 0,0 0 0 0 0,5 0 0 0 0,2 0 0 0 0,0 0 0 0 0,-1 0 0 0 0,0 0 0 0 0,0 0 0 0 0,-2 0 0 0 0,1 0 0 0 0,2 0 0 0 0,1 0 0 0 0,-1 0 0 0 0,0 0 0 0 0,-1 0 0 0 0,-1 0 0 0 0,3 0 0 0 0,0 0 0 0 0,0 0 0 0 0,-2 0 0 0 0,4 0 0 0 0,-1 0 0 0 0,-1 0 0 0 0,-1 0 0 0 0,-1 0 0 0 0,-1 0 0 0 0,0 0 0 0 0,-1 0 0 0 0,-1 0 0 0 0,1 0 0 0 0,-1 0 0 0 0,1 0 0 0 0,-1 0 0 0 0,1 0 0 0 0,0 0 0 0 0,-1 0 0 0 0,1 0 0 0 0,0 0 0 0 0,-1 0 0 0 0,1 0 0 0 0,0 0 0 0 0,0 0 0 0 0,-4 0 0 0 0,0 0 0 0 0,-1 0 0 0 0,2 0 0 0 0,0 0 0 0 0,-2 0 0 0 0,0 0 0 0 0,1 0 0 0 0,0 0 0 0 0,2 0 0 0 0,0 0 0 0 0,1 0 0 0 0,4 0 0 0 0,1 0 0 0 0,0 0 0 0 0,-1 0 0 0 0,-4 0 0 0 0,-2 0 0 0 0,0 0 0 0 0,0 0 0 0 0,0 0 0 0 0,1 0 0 0 0,1 0 0 0 0,0 0 0 0 0,1 0 0 0 0,0 0 0 0 0,-1 0 0 0 0,1 0 0 0 0,0 0 0 0 0,-3 0 0 0 0,-2 0 0 0 0,1 0 0 0 0,1 0 0 0 0,3 0 0 0 0,3 0 0 0 0,0 0 0 0 0,-1 0 0 0 0,0 0 0 0 0,-3 0 0 0 0,-3 0 0 0 0,0 0 0 0 0,1 0 0 0 0,0 0 0 0 0,1 0 0 0 0,1 0 0 0 0,1 0 0 0 0,-1 0 0 0 0,1 0 0 0 0,0 0 0 0 0,-3 0 0 0 0,-2 0 0 0 0,1 0 0 0 0,0 0 0 0 0,2 0 0 0 0,0 0 0 0 0,1 0 0 0 0,1 0 0 0 0,-1 0 0 0 0,-2 0 0 0 0,-1 0 0 0 0,0 0 0 0 0,0 0 0 0 0,2 0 0 0 0,0 0 0 0 0,1 0 0 0 0,1 0 0 0 0,-1 0 0 0 0,1 0 0 0 0,0 0 0 0 0,-3 0 0 0 0,-2 0 0 0 0,1 0 0 0 0,1 0 0 0 0,0 0 0 0 0,1 0 0 0 0,1 0 0 0 0,1 0 0 0 0,0 0 0 0 0,-1 0 0 0 0,1 0 0 0 0,0 0 0 0 0,0 0 0 0 0,0 0 0 0 0,0 0 0 0 0,-1 0 0 0 0,1 0 0 0 0,0 0 0 0 0,0 0 0 0 0,-1 0 0 0 0,1 0 0 0 0,0 0 0 0 0,0 0 0 0 0,-1 0 0 0 0,1 0 0 0 0,-3 0 0 0 0,-2 0 0 0 0,1 0 0 0 0,0 0 0 0 0,2 0 0 0 0,0 0 0 0 0,1 0 0 0 0,0 0 0 0 0,1 0 0 0 0,0 0 0 0 0,3 0 0 0 0,1 0 0 0 0,0 0 0 0 0,-1 0 0 0 0,-1 0 0 0 0,0 0 0 0 0,-2 0 0 0 0,0 0 0 0 0,0 0 0 0 0,-4 0 0 0 0,0 0 0 0 0,-1 0 0 0 0,1 0 0 0 0,2 0 0 0 0,0 0 0 0 0,1 0 0 0 0,0 0 0 0 0,1 0 0 0 0,0 0 0 0 0,0 0 0 0 0,0 0 0 0 0,-4 0 0 0 0,0 0 0 0 0,0 0 0 0 0,0 0 0 0 0,2 0 0 0 0,3 0 0 0 0,2 0 0 0 0,1 0 0 0 0,-1 0 0 0 0,-1 0 0 0 0,-1 0 0 0 0,0 0 0 0 0,-1 0 0 0 0,0 0 0 0 0,-4 0 0 0 0,0 0 0 0 0,-1 0 0 0 0,2 0 0 0 0,0 0 0 0 0,1 0 0 0 0,1 0 0 0 0,1 0 0 0 0,-1 0 0 0 0,-2 0 0 0 0,-1 0 0 0 0,-1 0 0 0 0,2 0 0 0 0,1 0 0 0 0,-3 0 0 0 0,0 0 0 0 0,0 0 0 0 0,1 0 0 0 0,2 0 0 0 0,-3 0 0 0 0,0 0 0 0 0,1 0 0 0 0,0 0 0 0 0,2 0 0 0 0,0 0 0 0 0,2 0 0 0 0,-1 0 0 0 0,1 0 0 0 0,0 0 0 0 0,0 0 0 0 0,-3 0 0 0 0,-2 0 0 0 0,1 0 0 0 0,0 0 0 0 0,-1 0 0 0 0,-4 0 0 0 0,-1 0 0 0 0,2 0 0 0 0,3 0 0 0 0,1 0 0 0 0,-2 0 0 0 0,1 0 0 0 0,0 0 0 0 0,-1 0 0 0 0,-1 0 0 0 0,2 0 0 0 0,1 0 0 0 0,-2 0 0 0 0,0 0 0 0 0,-2 0 0 0 0,1 0 0 0 0,0 0 0 0 0,-1 0 0 0 0,1 0 0 0 0,1 0 0 0 0,-1 0 0 0 0,0 0 0 0 0,1 0 0 0 0,2 0 0 0 0,2 0 0 0 0,0 0 0 0 0,2 0 0 0 0,-4 0 0 0 0,0 0 0 0 0,0 0 0 0 0,1 0 0 0 0,0 0 0 0 0,2 0 0 0 0,-3 0 0 0 0,-1 0 0 0 0,1 0 0 0 0,0 0 0 0 0,-1 0 0 0 0,-1 0 0 0 0,1 0 0 0 0,1 0 0 0 0,2 0 0 0 0,0 0 0 0 0,1 0 0 0 0,-2 0 0 0 0,-2 0 0 0 0,1 0 0 0 0,1 0 0 0 0,1 0 0 0 0,-3 0 0 0 0,-3 0 0 0 0,-1 0 0 0 0,1 0 0 0 0,3 0 0 0 0,1 0 0 0 0,1 0 0 0 0,2 0 0 0 0,-3 0 0 0 0,0 0 0 0 0,0 0 0 0 0,1 0 0 0 0,-2 0 0 0 0,-1 0 0 0 0,1 0 0 0 0,1 0 0 0 0,2 0 0 0 0,0 0 0 0 0,1 0 0 0 0,-2 0 0 0 0,-2 0 0 0 0,1 0 0 0 0,1 0 0 0 0,1 0 0 0 0,0 0 0 0 0,-2 0 0 0 0,-4 0 0 0 0,-1 0 0 0 0,2 0 0 0 0,-2 0 0 0 0,1 0 0 0 0,2 0 0 0 0,-2 0 0 0 0,1 0 0 0 0,1 0 0 0 0,2 0 0 0 0,2 0 0 0 0,-3 0 0 0 0,0 0 0 0 0,-2 0 0 0 0,-1 0 0 0 0,-1 0 0 0 0,0 0 0 0 0,2 0 0 0 0,2 0 0 0 0,1 0 0 0 0,3 0 0 0 0,0 0 0 0 0,1 0 0 0 0,-4 0 0 0 0,-3 0 0 0 0,-1 0 0 0 0,1 0 0 0 0,1 0 0 0 0,2 0 0 0 0,2 0 0 0 0,-3 0 0 0 0,0 0 0 0 0,1 0 0 0 0,1 0 0 0 0,1 0 0 0 0,-3 0 0 0 0,0 0 0 0 0,1 0 0 0 0,0 0 0 0 0,2 0 0 0 0,0 0 0 0 0,2 0 0 0 0,-1 0 0 0 0,1 0 0 0 0,0 0 0 0 0,0 0 0 0 0,0 0 0 0 0,0 0 0 0 0,-1 0 0 0 0,-2 0 0 0 0,-2 0 0 0 0,1 0 0 0 0,1 0 0 0 0,0 0 0 0 0,-5 0 0 0 0,-5 0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7BE5AB-3192-4552-A220-BA06EA9D867F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D0E63-0F6A-47B0-8BD1-6E95B004C8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328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53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 de </a:t>
            </a:r>
            <a:r>
              <a:rPr lang="en-US" dirty="0" err="1"/>
              <a:t>astazi</a:t>
            </a:r>
            <a:r>
              <a:rPr lang="en-US" dirty="0"/>
              <a:t> </a:t>
            </a:r>
            <a:r>
              <a:rPr lang="en-US" dirty="0" err="1"/>
              <a:t>este</a:t>
            </a:r>
            <a:r>
              <a:rPr lang="en-US" dirty="0"/>
              <a:t> data de </a:t>
            </a:r>
            <a:r>
              <a:rPr lang="en-US" dirty="0" err="1"/>
              <a:t>nevoia</a:t>
            </a:r>
            <a:r>
              <a:rPr lang="en-US" dirty="0"/>
              <a:t> de </a:t>
            </a:r>
            <a:r>
              <a:rPr lang="en-US" dirty="0" err="1"/>
              <a:t>informatie</a:t>
            </a:r>
            <a:r>
              <a:rPr lang="en-US" dirty="0"/>
              <a:t> in </a:t>
            </a:r>
            <a:r>
              <a:rPr lang="en-US" dirty="0" err="1"/>
              <a:t>cazul</a:t>
            </a:r>
            <a:r>
              <a:rPr lang="en-US" dirty="0"/>
              <a:t> </a:t>
            </a:r>
            <a:r>
              <a:rPr lang="en-US" dirty="0" err="1"/>
              <a:t>unei</a:t>
            </a:r>
            <a:r>
              <a:rPr lang="en-US" dirty="0"/>
              <a:t> </a:t>
            </a:r>
            <a:r>
              <a:rPr lang="en-US" dirty="0" err="1"/>
              <a:t>interactiuni</a:t>
            </a:r>
            <a:r>
              <a:rPr lang="en-US" dirty="0"/>
              <a:t> cu o </a:t>
            </a:r>
            <a:r>
              <a:rPr lang="en-US" dirty="0" err="1"/>
              <a:t>tranzactie</a:t>
            </a:r>
            <a:r>
              <a:rPr lang="en-US" dirty="0"/>
              <a:t> auto....</a:t>
            </a:r>
          </a:p>
          <a:p>
            <a:r>
              <a:rPr lang="en-US" dirty="0"/>
              <a:t>Definitie blockchain, la </a:t>
            </a:r>
            <a:r>
              <a:rPr lang="en-US" dirty="0" err="1"/>
              <a:t>ce</a:t>
            </a:r>
            <a:r>
              <a:rPr lang="en-US" dirty="0"/>
              <a:t> e </a:t>
            </a:r>
            <a:r>
              <a:rPr lang="en-US" dirty="0" err="1"/>
              <a:t>folosit</a:t>
            </a:r>
            <a:r>
              <a:rPr lang="en-US" dirty="0"/>
              <a:t>, </a:t>
            </a:r>
            <a:r>
              <a:rPr lang="en-US" dirty="0" err="1"/>
              <a:t>domenii</a:t>
            </a:r>
            <a:r>
              <a:rPr lang="en-US" dirty="0"/>
              <a:t>, </a:t>
            </a:r>
            <a:r>
              <a:rPr lang="en-US" dirty="0" err="1"/>
              <a:t>contracte</a:t>
            </a:r>
            <a:r>
              <a:rPr lang="en-US" dirty="0"/>
              <a:t> </a:t>
            </a:r>
            <a:r>
              <a:rPr lang="en-US" dirty="0" err="1"/>
              <a:t>inteligente</a:t>
            </a:r>
            <a:r>
              <a:rPr lang="en-US" dirty="0"/>
              <a:t>  pe </a:t>
            </a:r>
            <a:r>
              <a:rPr lang="en-US" dirty="0" err="1"/>
              <a:t>retea</a:t>
            </a:r>
            <a:r>
              <a:rPr lang="en-US" dirty="0"/>
              <a:t> </a:t>
            </a:r>
            <a:r>
              <a:rPr lang="en-US" dirty="0" err="1"/>
              <a:t>evm</a:t>
            </a:r>
            <a:r>
              <a:rPr lang="en-US" dirty="0"/>
              <a:t> -&gt; </a:t>
            </a:r>
            <a:r>
              <a:rPr lang="en-US" dirty="0" err="1"/>
              <a:t>metoda</a:t>
            </a:r>
            <a:r>
              <a:rPr lang="en-US" dirty="0"/>
              <a:t> de </a:t>
            </a:r>
            <a:r>
              <a:rPr lang="en-US" dirty="0" err="1"/>
              <a:t>stocare</a:t>
            </a:r>
            <a:r>
              <a:rPr lang="en-US" dirty="0"/>
              <a:t>, </a:t>
            </a:r>
            <a:r>
              <a:rPr lang="en-US" dirty="0" err="1"/>
              <a:t>folosita</a:t>
            </a:r>
            <a:r>
              <a:rPr lang="en-US" dirty="0"/>
              <a:t> </a:t>
            </a:r>
            <a:r>
              <a:rPr lang="en-US" dirty="0" err="1"/>
              <a:t>si</a:t>
            </a:r>
            <a:r>
              <a:rPr lang="en-US" dirty="0"/>
              <a:t> in </a:t>
            </a:r>
            <a:r>
              <a:rPr lang="en-US" dirty="0" err="1"/>
              <a:t>cazul</a:t>
            </a:r>
            <a:r>
              <a:rPr lang="en-US" dirty="0"/>
              <a:t> </a:t>
            </a:r>
            <a:r>
              <a:rPr lang="en-US" dirty="0" err="1"/>
              <a:t>lanturilor</a:t>
            </a:r>
            <a:r>
              <a:rPr lang="en-US" dirty="0"/>
              <a:t> de </a:t>
            </a:r>
            <a:r>
              <a:rPr lang="en-US" dirty="0" err="1"/>
              <a:t>aprovizionare</a:t>
            </a:r>
            <a:endParaRPr lang="en-US" dirty="0"/>
          </a:p>
          <a:p>
            <a:r>
              <a:rPr lang="en-US" dirty="0" err="1"/>
              <a:t>Inteligenta</a:t>
            </a:r>
            <a:r>
              <a:rPr lang="en-US" dirty="0"/>
              <a:t> </a:t>
            </a:r>
            <a:r>
              <a:rPr lang="en-US" dirty="0" err="1"/>
              <a:t>artificala</a:t>
            </a:r>
            <a:r>
              <a:rPr lang="en-US" dirty="0"/>
              <a:t> </a:t>
            </a:r>
            <a:r>
              <a:rPr lang="en-US" dirty="0" err="1"/>
              <a:t>este</a:t>
            </a:r>
            <a:r>
              <a:rPr lang="en-US" dirty="0"/>
              <a:t> de o </a:t>
            </a:r>
            <a:r>
              <a:rPr lang="en-US" dirty="0" err="1"/>
              <a:t>perioada</a:t>
            </a:r>
            <a:r>
              <a:rPr lang="en-US" dirty="0"/>
              <a:t> buna de </a:t>
            </a:r>
            <a:r>
              <a:rPr lang="en-US" dirty="0" err="1"/>
              <a:t>timp</a:t>
            </a:r>
            <a:r>
              <a:rPr lang="en-US" dirty="0"/>
              <a:t> </a:t>
            </a:r>
            <a:r>
              <a:rPr lang="en-US" dirty="0" err="1"/>
              <a:t>prin</a:t>
            </a:r>
            <a:r>
              <a:rPr lang="en-US" dirty="0"/>
              <a:t> </a:t>
            </a:r>
            <a:r>
              <a:rPr lang="en-US" dirty="0" err="1"/>
              <a:t>preajma</a:t>
            </a:r>
            <a:r>
              <a:rPr lang="en-US" dirty="0"/>
              <a:t>,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incearca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invete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ofere</a:t>
            </a:r>
            <a:r>
              <a:rPr lang="en-US" dirty="0"/>
              <a:t> </a:t>
            </a:r>
            <a:r>
              <a:rPr lang="en-US" dirty="0" err="1"/>
              <a:t>raspunsuri</a:t>
            </a:r>
            <a:r>
              <a:rPr lang="en-US" dirty="0"/>
              <a:t> cat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umane</a:t>
            </a:r>
            <a:r>
              <a:rPr lang="en-US" dirty="0"/>
              <a:t> </a:t>
            </a:r>
            <a:r>
              <a:rPr lang="en-US" dirty="0" err="1"/>
              <a:t>bazate</a:t>
            </a:r>
            <a:r>
              <a:rPr lang="en-US" dirty="0"/>
              <a:t> pe </a:t>
            </a:r>
            <a:r>
              <a:rPr lang="en-US" dirty="0" err="1"/>
              <a:t>seturi</a:t>
            </a:r>
            <a:r>
              <a:rPr lang="en-US" dirty="0"/>
              <a:t> de date. Ai a </a:t>
            </a:r>
            <a:r>
              <a:rPr lang="en-US" dirty="0" err="1"/>
              <a:t>ajuns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aiba</a:t>
            </a:r>
            <a:r>
              <a:rPr lang="en-US" dirty="0"/>
              <a:t> diverse </a:t>
            </a:r>
            <a:r>
              <a:rPr lang="en-US" dirty="0" err="1"/>
              <a:t>aplicatii</a:t>
            </a:r>
            <a:r>
              <a:rPr lang="en-US" dirty="0"/>
              <a:t> precum </a:t>
            </a:r>
            <a:r>
              <a:rPr lang="en-US" dirty="0" err="1"/>
              <a:t>diagnosticele</a:t>
            </a:r>
            <a:r>
              <a:rPr lang="en-US" dirty="0"/>
              <a:t> </a:t>
            </a:r>
            <a:r>
              <a:rPr lang="en-US" dirty="0" err="1"/>
              <a:t>medicale</a:t>
            </a:r>
            <a:r>
              <a:rPr lang="en-US" dirty="0"/>
              <a:t>, </a:t>
            </a:r>
            <a:r>
              <a:rPr lang="en-US" dirty="0" err="1"/>
              <a:t>asistenti</a:t>
            </a:r>
            <a:r>
              <a:rPr lang="en-US" dirty="0"/>
              <a:t> </a:t>
            </a:r>
            <a:r>
              <a:rPr lang="en-US" dirty="0" err="1"/>
              <a:t>virtuali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navigare</a:t>
            </a:r>
            <a:r>
              <a:rPr lang="en-US" dirty="0"/>
              <a:t> </a:t>
            </a:r>
            <a:r>
              <a:rPr lang="en-US" dirty="0" err="1"/>
              <a:t>virtuala</a:t>
            </a:r>
            <a:r>
              <a:rPr lang="en-US" dirty="0"/>
              <a:t>, in </a:t>
            </a:r>
            <a:r>
              <a:rPr lang="en-US" dirty="0" err="1"/>
              <a:t>cazul</a:t>
            </a:r>
            <a:r>
              <a:rPr lang="en-US" dirty="0"/>
              <a:t> de fata, am </a:t>
            </a:r>
            <a:r>
              <a:rPr lang="en-US" dirty="0" err="1"/>
              <a:t>incercat</a:t>
            </a:r>
            <a:r>
              <a:rPr lang="en-US" dirty="0"/>
              <a:t> </a:t>
            </a:r>
            <a:r>
              <a:rPr lang="en-US" dirty="0" err="1"/>
              <a:t>folosirea</a:t>
            </a:r>
            <a:r>
              <a:rPr lang="en-US" dirty="0"/>
              <a:t> </a:t>
            </a:r>
            <a:r>
              <a:rPr lang="en-US" dirty="0" err="1"/>
              <a:t>retelelor</a:t>
            </a:r>
            <a:r>
              <a:rPr lang="en-US" dirty="0"/>
              <a:t> </a:t>
            </a:r>
            <a:r>
              <a:rPr lang="en-US" dirty="0" err="1"/>
              <a:t>neuronale</a:t>
            </a:r>
            <a:r>
              <a:rPr lang="en-US" dirty="0"/>
              <a:t> in </a:t>
            </a:r>
            <a:r>
              <a:rPr lang="en-US" dirty="0" err="1"/>
              <a:t>clasificiarea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seturi</a:t>
            </a:r>
            <a:r>
              <a:rPr lang="en-US" dirty="0"/>
              <a:t> de date.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761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Angular – client side application</a:t>
            </a:r>
          </a:p>
          <a:p>
            <a:r>
              <a:rPr lang="en-US" dirty="0"/>
              <a:t>Python:</a:t>
            </a:r>
          </a:p>
          <a:p>
            <a:r>
              <a:rPr lang="en-US" dirty="0" err="1"/>
              <a:t>Solidty</a:t>
            </a:r>
            <a:r>
              <a:rPr lang="en-US" dirty="0"/>
              <a:t>: </a:t>
            </a:r>
            <a:r>
              <a:rPr lang="en-US" dirty="0" err="1"/>
              <a:t>limbaj</a:t>
            </a:r>
            <a:r>
              <a:rPr lang="en-US" dirty="0"/>
              <a:t> de </a:t>
            </a:r>
            <a:r>
              <a:rPr lang="en-US" dirty="0" err="1"/>
              <a:t>programare</a:t>
            </a:r>
            <a:r>
              <a:rPr lang="en-US" dirty="0"/>
              <a:t> </a:t>
            </a:r>
            <a:r>
              <a:rPr lang="en-US" dirty="0" err="1"/>
              <a:t>Inspirat</a:t>
            </a:r>
            <a:r>
              <a:rPr lang="en-US" dirty="0"/>
              <a:t> din C/C++, Python, Java. </a:t>
            </a:r>
            <a:r>
              <a:rPr lang="en-US" dirty="0" err="1"/>
              <a:t>Acesta</a:t>
            </a:r>
            <a:r>
              <a:rPr lang="en-US" dirty="0"/>
              <a:t> are </a:t>
            </a:r>
            <a:r>
              <a:rPr lang="en-US" dirty="0" err="1"/>
              <a:t>Tipuri</a:t>
            </a:r>
            <a:r>
              <a:rPr lang="en-US" dirty="0"/>
              <a:t> de date definite de </a:t>
            </a:r>
            <a:r>
              <a:rPr lang="en-US" dirty="0" err="1"/>
              <a:t>utilizator</a:t>
            </a:r>
            <a:r>
              <a:rPr lang="en-US" dirty="0"/>
              <a:t> ( struct, </a:t>
            </a:r>
            <a:r>
              <a:rPr lang="en-US" dirty="0" err="1"/>
              <a:t>enum</a:t>
            </a:r>
            <a:r>
              <a:rPr lang="en-US" dirty="0"/>
              <a:t>, contract) </a:t>
            </a:r>
            <a:r>
              <a:rPr lang="en-US" dirty="0" err="1"/>
              <a:t>si</a:t>
            </a:r>
            <a:r>
              <a:rPr lang="en-US" dirty="0"/>
              <a:t> </a:t>
            </a:r>
            <a:r>
              <a:rPr lang="en-US" dirty="0" err="1"/>
              <a:t>structuri</a:t>
            </a:r>
            <a:r>
              <a:rPr lang="en-US" dirty="0"/>
              <a:t> de control, </a:t>
            </a:r>
            <a:r>
              <a:rPr lang="en-US" dirty="0" err="1"/>
              <a:t>etc</a:t>
            </a:r>
            <a:r>
              <a:rPr lang="en-US" dirty="0"/>
              <a:t> </a:t>
            </a:r>
            <a:r>
              <a:rPr lang="en-US" dirty="0" err="1"/>
              <a:t>asemanator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limbaj</a:t>
            </a:r>
            <a:r>
              <a:rPr lang="en-US" dirty="0"/>
              <a:t> de </a:t>
            </a:r>
            <a:r>
              <a:rPr lang="en-US" dirty="0" err="1"/>
              <a:t>programare</a:t>
            </a:r>
            <a:r>
              <a:rPr lang="en-US" dirty="0"/>
              <a:t> </a:t>
            </a:r>
            <a:r>
              <a:rPr lang="en-US" dirty="0" err="1"/>
              <a:t>orientat</a:t>
            </a:r>
            <a:r>
              <a:rPr lang="en-US" dirty="0"/>
              <a:t> pe </a:t>
            </a:r>
            <a:r>
              <a:rPr lang="en-US" dirty="0" err="1"/>
              <a:t>obiect</a:t>
            </a:r>
            <a:r>
              <a:rPr lang="en-US" dirty="0"/>
              <a:t>.</a:t>
            </a:r>
          </a:p>
          <a:p>
            <a:r>
              <a:rPr lang="en-US" dirty="0">
                <a:ea typeface="Calibri"/>
                <a:cs typeface="Calibri"/>
              </a:rPr>
              <a:t>Ganache – blockchain </a:t>
            </a:r>
            <a:r>
              <a:rPr lang="en-US" dirty="0" err="1">
                <a:ea typeface="Calibri"/>
                <a:cs typeface="Calibri"/>
              </a:rPr>
              <a:t>simulat</a:t>
            </a:r>
            <a:r>
              <a:rPr lang="en-US" dirty="0">
                <a:ea typeface="Calibri"/>
                <a:cs typeface="Calibri"/>
              </a:rPr>
              <a:t> cu un </a:t>
            </a:r>
            <a:r>
              <a:rPr lang="en-US" dirty="0" err="1">
                <a:ea typeface="Calibri"/>
                <a:cs typeface="Calibri"/>
              </a:rPr>
              <a:t>singur</a:t>
            </a:r>
            <a:r>
              <a:rPr lang="en-US" dirty="0">
                <a:ea typeface="Calibri"/>
                <a:cs typeface="Calibri"/>
              </a:rPr>
              <a:t> nod, </a:t>
            </a:r>
            <a:r>
              <a:rPr lang="en-US" dirty="0" err="1">
                <a:ea typeface="Calibri"/>
                <a:cs typeface="Calibri"/>
              </a:rPr>
              <a:t>ofera</a:t>
            </a:r>
            <a:r>
              <a:rPr lang="en-US" dirty="0">
                <a:ea typeface="Calibri"/>
                <a:cs typeface="Calibri"/>
              </a:rPr>
              <a:t> 10 </a:t>
            </a:r>
            <a:r>
              <a:rPr lang="en-US" dirty="0" err="1">
                <a:ea typeface="Calibri"/>
                <a:cs typeface="Calibri"/>
              </a:rPr>
              <a:t>conturi</a:t>
            </a:r>
            <a:r>
              <a:rPr lang="en-US" dirty="0">
                <a:ea typeface="Calibri"/>
                <a:cs typeface="Calibri"/>
              </a:rPr>
              <a:t> pe default cu un sold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252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Intrega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arhitectura</a:t>
            </a:r>
            <a:r>
              <a:rPr lang="en-US" dirty="0">
                <a:ea typeface="Calibri"/>
                <a:cs typeface="Calibri"/>
              </a:rPr>
              <a:t> a </a:t>
            </a:r>
            <a:r>
              <a:rPr lang="en-US" dirty="0" err="1">
                <a:ea typeface="Calibri"/>
                <a:cs typeface="Calibri"/>
              </a:rPr>
              <a:t>aplicatiei</a:t>
            </a:r>
            <a:r>
              <a:rPr lang="en-US" dirty="0">
                <a:ea typeface="Calibri"/>
                <a:cs typeface="Calibri"/>
              </a:rPr>
              <a:t> se </a:t>
            </a:r>
            <a:r>
              <a:rPr lang="en-US" dirty="0" err="1">
                <a:ea typeface="Calibri"/>
                <a:cs typeface="Calibri"/>
              </a:rPr>
              <a:t>bazeaza</a:t>
            </a:r>
            <a:r>
              <a:rPr lang="en-US" dirty="0">
                <a:ea typeface="Calibri"/>
                <a:cs typeface="Calibri"/>
              </a:rPr>
              <a:t> pe </a:t>
            </a:r>
            <a:r>
              <a:rPr lang="en-US" dirty="0" err="1">
                <a:ea typeface="Calibri"/>
                <a:cs typeface="Calibri"/>
              </a:rPr>
              <a:t>una</a:t>
            </a:r>
            <a:r>
              <a:rPr lang="en-US" dirty="0">
                <a:ea typeface="Calibri"/>
                <a:cs typeface="Calibri"/>
              </a:rPr>
              <a:t> de tip 3 tier: </a:t>
            </a:r>
            <a:r>
              <a:rPr lang="en-US" dirty="0" err="1">
                <a:ea typeface="Calibri"/>
                <a:cs typeface="Calibri"/>
              </a:rPr>
              <a:t>mai</a:t>
            </a:r>
            <a:r>
              <a:rPr lang="en-US" dirty="0">
                <a:ea typeface="Calibri"/>
                <a:cs typeface="Calibri"/>
              </a:rPr>
              <a:t> exact </a:t>
            </a:r>
            <a:r>
              <a:rPr lang="en-US" dirty="0" err="1">
                <a:ea typeface="Calibri"/>
                <a:cs typeface="Calibri"/>
              </a:rPr>
              <a:t>layere</a:t>
            </a:r>
            <a:r>
              <a:rPr lang="en-US" dirty="0">
                <a:ea typeface="Calibri"/>
                <a:cs typeface="Calibri"/>
              </a:rPr>
              <a:t> de presentation , application </a:t>
            </a:r>
            <a:r>
              <a:rPr lang="en-US" dirty="0" err="1">
                <a:ea typeface="Calibri"/>
                <a:cs typeface="Calibri"/>
              </a:rPr>
              <a:t>si</a:t>
            </a:r>
            <a:r>
              <a:rPr lang="en-US" dirty="0">
                <a:ea typeface="Calibri"/>
                <a:cs typeface="Calibri"/>
              </a:rPr>
              <a:t> data</a:t>
            </a:r>
          </a:p>
          <a:p>
            <a:r>
              <a:rPr lang="en-US" dirty="0" err="1">
                <a:ea typeface="Calibri"/>
                <a:cs typeface="Calibri"/>
              </a:rPr>
              <a:t>Nivelul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prezentare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este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reprezentat</a:t>
            </a:r>
            <a:r>
              <a:rPr lang="en-US" dirty="0">
                <a:ea typeface="Calibri"/>
                <a:cs typeface="Calibri"/>
              </a:rPr>
              <a:t> in </a:t>
            </a:r>
            <a:r>
              <a:rPr lang="en-US" dirty="0" err="1">
                <a:ea typeface="Calibri"/>
                <a:cs typeface="Calibri"/>
              </a:rPr>
              <a:t>totalitate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serverul</a:t>
            </a:r>
            <a:r>
              <a:rPr lang="en-US" dirty="0">
                <a:ea typeface="Calibri"/>
                <a:cs typeface="Calibri"/>
              </a:rPr>
              <a:t> de angular care are </a:t>
            </a:r>
            <a:r>
              <a:rPr lang="en-US" dirty="0" err="1">
                <a:ea typeface="Calibri"/>
                <a:cs typeface="Calibri"/>
              </a:rPr>
              <a:t>grija</a:t>
            </a:r>
            <a:r>
              <a:rPr lang="en-US" dirty="0">
                <a:ea typeface="Calibri"/>
                <a:cs typeface="Calibri"/>
              </a:rPr>
              <a:t> de cine </a:t>
            </a:r>
            <a:r>
              <a:rPr lang="en-US" dirty="0" err="1">
                <a:ea typeface="Calibri"/>
                <a:cs typeface="Calibri"/>
              </a:rPr>
              <a:t>poate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accesa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cererile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modificare</a:t>
            </a:r>
            <a:r>
              <a:rPr lang="en-US" dirty="0">
                <a:ea typeface="Calibri"/>
                <a:cs typeface="Calibri"/>
              </a:rPr>
              <a:t> a </a:t>
            </a:r>
            <a:r>
              <a:rPr lang="en-US" dirty="0" err="1">
                <a:ea typeface="Calibri"/>
                <a:cs typeface="Calibri"/>
              </a:rPr>
              <a:t>datelor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si</a:t>
            </a:r>
            <a:r>
              <a:rPr lang="en-US" dirty="0">
                <a:ea typeface="Calibri"/>
                <a:cs typeface="Calibri"/>
              </a:rPr>
              <a:t> cine </a:t>
            </a:r>
            <a:r>
              <a:rPr lang="en-US" dirty="0" err="1">
                <a:ea typeface="Calibri"/>
                <a:cs typeface="Calibri"/>
              </a:rPr>
              <a:t>poate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doar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vizualizeze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aceste</a:t>
            </a:r>
            <a:r>
              <a:rPr lang="en-US" dirty="0">
                <a:ea typeface="Calibri"/>
                <a:cs typeface="Calibri"/>
              </a:rPr>
              <a:t> date. </a:t>
            </a:r>
            <a:r>
              <a:rPr lang="en-US" dirty="0" err="1">
                <a:ea typeface="Calibri"/>
                <a:cs typeface="Calibri"/>
              </a:rPr>
              <a:t>Deoarece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utilizatorii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autentificati</a:t>
            </a:r>
            <a:r>
              <a:rPr lang="en-US" dirty="0">
                <a:ea typeface="Calibri"/>
                <a:cs typeface="Calibri"/>
              </a:rPr>
              <a:t> pot </a:t>
            </a:r>
            <a:r>
              <a:rPr lang="en-US" dirty="0" err="1">
                <a:ea typeface="Calibri"/>
                <a:cs typeface="Calibri"/>
              </a:rPr>
              <a:t>dispune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diferite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dispozitive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este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nevoie</a:t>
            </a:r>
            <a:r>
              <a:rPr lang="en-US" dirty="0">
                <a:ea typeface="Calibri"/>
                <a:cs typeface="Calibri"/>
              </a:rPr>
              <a:t> ca </a:t>
            </a:r>
            <a:r>
              <a:rPr lang="en-US" dirty="0" err="1">
                <a:ea typeface="Calibri"/>
                <a:cs typeface="Calibri"/>
              </a:rPr>
              <a:t>interfata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grafica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sa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poate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fii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accesibila</a:t>
            </a:r>
            <a:r>
              <a:rPr lang="en-US" dirty="0">
                <a:ea typeface="Calibri"/>
                <a:cs typeface="Calibri"/>
              </a:rPr>
              <a:t> pe </a:t>
            </a:r>
            <a:r>
              <a:rPr lang="en-US" dirty="0" err="1">
                <a:ea typeface="Calibri"/>
                <a:cs typeface="Calibri"/>
              </a:rPr>
              <a:t>orice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dispozitiv</a:t>
            </a:r>
            <a:r>
              <a:rPr lang="en-US" dirty="0">
                <a:ea typeface="Calibri"/>
                <a:cs typeface="Calibri"/>
              </a:rPr>
              <a:t>, de </a:t>
            </a:r>
            <a:r>
              <a:rPr lang="en-US" dirty="0" err="1">
                <a:ea typeface="Calibri"/>
                <a:cs typeface="Calibri"/>
              </a:rPr>
              <a:t>aceea</a:t>
            </a:r>
            <a:r>
              <a:rPr lang="en-US" dirty="0">
                <a:ea typeface="Calibri"/>
                <a:cs typeface="Calibri"/>
              </a:rPr>
              <a:t> s-a </a:t>
            </a:r>
            <a:r>
              <a:rPr lang="en-US" dirty="0" err="1">
                <a:ea typeface="Calibri"/>
                <a:cs typeface="Calibri"/>
              </a:rPr>
              <a:t>implementat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cateva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caracteristicii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responsivness</a:t>
            </a:r>
            <a:endParaRPr lang="en-US" dirty="0" err="1"/>
          </a:p>
          <a:p>
            <a:r>
              <a:rPr lang="en-US" dirty="0" err="1"/>
              <a:t>Nivelul</a:t>
            </a:r>
            <a:r>
              <a:rPr lang="en-US" dirty="0"/>
              <a:t> de </a:t>
            </a:r>
            <a:r>
              <a:rPr lang="en-US" dirty="0" err="1"/>
              <a:t>applicatie</a:t>
            </a:r>
            <a:r>
              <a:rPr lang="en-US" dirty="0"/>
              <a:t>, </a:t>
            </a:r>
            <a:r>
              <a:rPr lang="en-US" dirty="0" err="1"/>
              <a:t>adica</a:t>
            </a:r>
            <a:r>
              <a:rPr lang="en-US" dirty="0"/>
              <a:t> </a:t>
            </a:r>
            <a:r>
              <a:rPr lang="en-US" dirty="0" err="1"/>
              <a:t>serverul</a:t>
            </a:r>
            <a:r>
              <a:rPr lang="en-US" dirty="0"/>
              <a:t> de backend </a:t>
            </a:r>
            <a:r>
              <a:rPr lang="en-US" dirty="0" err="1"/>
              <a:t>este</a:t>
            </a:r>
            <a:r>
              <a:rPr lang="en-US" dirty="0"/>
              <a:t> </a:t>
            </a:r>
            <a:r>
              <a:rPr lang="en-US" dirty="0" err="1"/>
              <a:t>conturat</a:t>
            </a:r>
            <a:r>
              <a:rPr lang="en-US" dirty="0"/>
              <a:t> de framework-</a:t>
            </a:r>
            <a:r>
              <a:rPr lang="en-US" dirty="0" err="1"/>
              <a:t>ul</a:t>
            </a:r>
            <a:r>
              <a:rPr lang="en-US" dirty="0"/>
              <a:t> flask, care </a:t>
            </a:r>
            <a:r>
              <a:rPr lang="en-US" dirty="0" err="1"/>
              <a:t>defineste</a:t>
            </a:r>
            <a:r>
              <a:rPr lang="en-US" dirty="0"/>
              <a:t> </a:t>
            </a:r>
            <a:r>
              <a:rPr lang="en-US" dirty="0" err="1"/>
              <a:t>comunicarea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  </a:t>
            </a:r>
            <a:r>
              <a:rPr lang="en-US" dirty="0" err="1"/>
              <a:t>stratul</a:t>
            </a:r>
            <a:r>
              <a:rPr lang="en-US" dirty="0"/>
              <a:t> de </a:t>
            </a:r>
            <a:r>
              <a:rPr lang="en-US" dirty="0" err="1"/>
              <a:t>prezentare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aplicatie</a:t>
            </a:r>
            <a:r>
              <a:rPr lang="en-US" dirty="0"/>
              <a:t>, </a:t>
            </a:r>
            <a:r>
              <a:rPr lang="en-US" dirty="0" err="1"/>
              <a:t>punand</a:t>
            </a:r>
            <a:r>
              <a:rPr lang="en-US" dirty="0"/>
              <a:t> la </a:t>
            </a:r>
            <a:r>
              <a:rPr lang="en-US" dirty="0" err="1"/>
              <a:t>dispozitie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 </a:t>
            </a:r>
            <a:r>
              <a:rPr lang="en-US" dirty="0" err="1"/>
              <a:t>functionalitati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endpoint-</a:t>
            </a:r>
            <a:r>
              <a:rPr lang="en-US" dirty="0" err="1"/>
              <a:t>urilor</a:t>
            </a:r>
            <a:r>
              <a:rPr lang="en-US" dirty="0"/>
              <a:t>. Prin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cereri</a:t>
            </a:r>
            <a:r>
              <a:rPr lang="en-US" dirty="0"/>
              <a:t> </a:t>
            </a:r>
            <a:r>
              <a:rPr lang="en-US" dirty="0" err="1"/>
              <a:t>catre</a:t>
            </a:r>
            <a:r>
              <a:rPr lang="en-US" dirty="0"/>
              <a:t> endpoints, 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colaboram</a:t>
            </a:r>
            <a:r>
              <a:rPr lang="en-US" dirty="0"/>
              <a:t> cu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librarii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obtine</a:t>
            </a:r>
            <a:r>
              <a:rPr lang="en-US" dirty="0"/>
              <a:t> </a:t>
            </a:r>
            <a:r>
              <a:rPr lang="en-US" dirty="0" err="1"/>
              <a:t>rezultate</a:t>
            </a:r>
            <a:r>
              <a:rPr lang="en-US" dirty="0"/>
              <a:t> precum, </a:t>
            </a:r>
            <a:r>
              <a:rPr lang="en-US" dirty="0" err="1"/>
              <a:t>identificare</a:t>
            </a:r>
            <a:r>
              <a:rPr lang="en-US" dirty="0"/>
              <a:t>/</a:t>
            </a:r>
            <a:r>
              <a:rPr lang="en-US" dirty="0" err="1"/>
              <a:t>autorizare</a:t>
            </a:r>
            <a:r>
              <a:rPr lang="en-US" dirty="0"/>
              <a:t>/</a:t>
            </a:r>
            <a:r>
              <a:rPr lang="en-US" dirty="0" err="1"/>
              <a:t>manangement</a:t>
            </a:r>
            <a:r>
              <a:rPr lang="en-US" dirty="0"/>
              <a:t> a </a:t>
            </a:r>
            <a:r>
              <a:rPr lang="en-US" dirty="0" err="1"/>
              <a:t>userilor</a:t>
            </a:r>
            <a:r>
              <a:rPr lang="en-US" dirty="0"/>
              <a:t>, </a:t>
            </a:r>
            <a:r>
              <a:rPr lang="en-US" dirty="0" err="1"/>
              <a:t>preluare</a:t>
            </a:r>
            <a:r>
              <a:rPr lang="en-US" dirty="0"/>
              <a:t>/</a:t>
            </a:r>
            <a:r>
              <a:rPr lang="en-US" dirty="0" err="1"/>
              <a:t>modificare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clasificare</a:t>
            </a:r>
            <a:r>
              <a:rPr lang="en-US" dirty="0"/>
              <a:t> date.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 err="1"/>
              <a:t>Datele</a:t>
            </a:r>
            <a:r>
              <a:rPr lang="en-US" dirty="0"/>
              <a:t> sunt </a:t>
            </a:r>
            <a:r>
              <a:rPr lang="en-US" dirty="0" err="1"/>
              <a:t>gestionate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RPC, care </a:t>
            </a:r>
            <a:r>
              <a:rPr lang="en-US" dirty="0" err="1"/>
              <a:t>apeleaza</a:t>
            </a:r>
            <a:r>
              <a:rPr lang="en-US" dirty="0"/>
              <a:t> </a:t>
            </a:r>
            <a:r>
              <a:rPr lang="en-US" dirty="0" err="1"/>
              <a:t>functiile</a:t>
            </a:r>
            <a:r>
              <a:rPr lang="en-US" dirty="0"/>
              <a:t> </a:t>
            </a:r>
            <a:r>
              <a:rPr lang="en-US" dirty="0" err="1"/>
              <a:t>dispuse</a:t>
            </a:r>
            <a:r>
              <a:rPr lang="en-US" dirty="0"/>
              <a:t> de blockchain 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30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288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825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5089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816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6561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3779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1851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7168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6386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692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c 33" descr="Tag=AccentColor&#10;Flavor=Light&#10;Target=Fill">
            <a:extLst>
              <a:ext uri="{FF2B5EF4-FFF2-40B4-BE49-F238E27FC236}">
                <a16:creationId xmlns:a16="http://schemas.microsoft.com/office/drawing/2014/main" id="{A4E7DAC5-621F-40E6-ACD2-590570CC84F8}"/>
              </a:ext>
            </a:extLst>
          </p:cNvPr>
          <p:cNvSpPr>
            <a:spLocks noChangeAspect="1"/>
          </p:cNvSpPr>
          <p:nvPr userDrawn="1"/>
        </p:nvSpPr>
        <p:spPr>
          <a:xfrm>
            <a:off x="1318417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0" y="960120"/>
            <a:ext cx="7077456" cy="2898648"/>
          </a:xfrm>
        </p:spPr>
        <p:txBody>
          <a:bodyPr anchor="b">
            <a:noAutofit/>
          </a:bodyPr>
          <a:lstStyle>
            <a:lvl1pPr algn="ctr"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472" y="4535424"/>
            <a:ext cx="6931152" cy="94183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71B7A5D-C918-4744-A5FA-75C904B3B8D4}"/>
              </a:ext>
            </a:extLst>
          </p:cNvPr>
          <p:cNvSpPr/>
          <p:nvPr userDrawn="1"/>
        </p:nvSpPr>
        <p:spPr>
          <a:xfrm>
            <a:off x="3974206" y="411333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68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77CE2522-15B5-4BC5-91A9-523F325A8324}"/>
              </a:ext>
            </a:extLst>
          </p:cNvPr>
          <p:cNvSpPr/>
          <p:nvPr userDrawn="1"/>
        </p:nvSpPr>
        <p:spPr>
          <a:xfrm>
            <a:off x="5477731" y="0"/>
            <a:ext cx="6714269" cy="6858000"/>
          </a:xfrm>
          <a:custGeom>
            <a:avLst/>
            <a:gdLst>
              <a:gd name="connsiteX0" fmla="*/ 1097203 w 6714269"/>
              <a:gd name="connsiteY0" fmla="*/ 0 h 6858000"/>
              <a:gd name="connsiteX1" fmla="*/ 1154155 w 6714269"/>
              <a:gd name="connsiteY1" fmla="*/ 0 h 6858000"/>
              <a:gd name="connsiteX2" fmla="*/ 972305 w 6714269"/>
              <a:gd name="connsiteY2" fmla="*/ 343212 h 6858000"/>
              <a:gd name="connsiteX3" fmla="*/ 780524 w 6714269"/>
              <a:gd name="connsiteY3" fmla="*/ 761067 h 6858000"/>
              <a:gd name="connsiteX4" fmla="*/ 737045 w 6714269"/>
              <a:gd name="connsiteY4" fmla="*/ 865164 h 6858000"/>
              <a:gd name="connsiteX5" fmla="*/ 762322 w 6714269"/>
              <a:gd name="connsiteY5" fmla="*/ 830676 h 6858000"/>
              <a:gd name="connsiteX6" fmla="*/ 1118805 w 6714269"/>
              <a:gd name="connsiteY6" fmla="*/ 160440 h 6858000"/>
              <a:gd name="connsiteX7" fmla="*/ 1221640 w 6714269"/>
              <a:gd name="connsiteY7" fmla="*/ 0 h 6858000"/>
              <a:gd name="connsiteX8" fmla="*/ 6714269 w 6714269"/>
              <a:gd name="connsiteY8" fmla="*/ 0 h 6858000"/>
              <a:gd name="connsiteX9" fmla="*/ 6714269 w 6714269"/>
              <a:gd name="connsiteY9" fmla="*/ 6858000 h 6858000"/>
              <a:gd name="connsiteX10" fmla="*/ 704817 w 6714269"/>
              <a:gd name="connsiteY10" fmla="*/ 6858000 h 6858000"/>
              <a:gd name="connsiteX11" fmla="*/ 618717 w 6714269"/>
              <a:gd name="connsiteY11" fmla="*/ 6672538 h 6858000"/>
              <a:gd name="connsiteX12" fmla="*/ 309324 w 6714269"/>
              <a:gd name="connsiteY12" fmla="*/ 5833618 h 6858000"/>
              <a:gd name="connsiteX13" fmla="*/ 209850 w 6714269"/>
              <a:gd name="connsiteY13" fmla="*/ 5484180 h 6858000"/>
              <a:gd name="connsiteX14" fmla="*/ 211619 w 6714269"/>
              <a:gd name="connsiteY14" fmla="*/ 5517653 h 6858000"/>
              <a:gd name="connsiteX15" fmla="*/ 361778 w 6714269"/>
              <a:gd name="connsiteY15" fmla="*/ 6145524 h 6858000"/>
              <a:gd name="connsiteX16" fmla="*/ 591356 w 6714269"/>
              <a:gd name="connsiteY16" fmla="*/ 6843306 h 6858000"/>
              <a:gd name="connsiteX17" fmla="*/ 597415 w 6714269"/>
              <a:gd name="connsiteY17" fmla="*/ 6858000 h 6858000"/>
              <a:gd name="connsiteX18" fmla="*/ 545224 w 6714269"/>
              <a:gd name="connsiteY18" fmla="*/ 6858000 h 6858000"/>
              <a:gd name="connsiteX19" fmla="*/ 533604 w 6714269"/>
              <a:gd name="connsiteY19" fmla="*/ 6830072 h 6858000"/>
              <a:gd name="connsiteX20" fmla="*/ 169657 w 6714269"/>
              <a:gd name="connsiteY20" fmla="*/ 5556577 h 6858000"/>
              <a:gd name="connsiteX21" fmla="*/ 12169 w 6714269"/>
              <a:gd name="connsiteY21" fmla="*/ 4362835 h 6858000"/>
              <a:gd name="connsiteX22" fmla="*/ 46168 w 6714269"/>
              <a:gd name="connsiteY22" fmla="*/ 3338487 h 6858000"/>
              <a:gd name="connsiteX23" fmla="*/ 490574 w 6714269"/>
              <a:gd name="connsiteY23" fmla="*/ 1381078 h 6858000"/>
              <a:gd name="connsiteX24" fmla="*/ 984701 w 6714269"/>
              <a:gd name="connsiteY24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714269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6714269" y="0"/>
                </a:lnTo>
                <a:lnTo>
                  <a:pt x="6714269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1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856" y="649224"/>
            <a:ext cx="4178808" cy="5568696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4224" y="1307592"/>
            <a:ext cx="4992624" cy="4251960"/>
          </a:xfrm>
        </p:spPr>
        <p:txBody>
          <a:bodyPr anchor="ctr"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228600">
              <a:defRPr sz="4000">
                <a:solidFill>
                  <a:schemeClr val="bg1"/>
                </a:solidFill>
              </a:defRPr>
            </a:lvl2pPr>
            <a:lvl3pPr marL="457200">
              <a:defRPr sz="36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4224" y="6355080"/>
            <a:ext cx="32004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7544" y="6355080"/>
            <a:ext cx="12801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20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7D0AB67-E176-475C-977C-73640253B9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" y="4361970"/>
            <a:ext cx="4038599" cy="2496030"/>
          </a:xfrm>
          <a:custGeom>
            <a:avLst/>
            <a:gdLst>
              <a:gd name="connsiteX0" fmla="*/ 2464753 w 4038599"/>
              <a:gd name="connsiteY0" fmla="*/ 4 h 2496030"/>
              <a:gd name="connsiteX1" fmla="*/ 2599067 w 4038599"/>
              <a:gd name="connsiteY1" fmla="*/ 4428 h 2496030"/>
              <a:gd name="connsiteX2" fmla="*/ 3052443 w 4038599"/>
              <a:gd name="connsiteY2" fmla="*/ 14222 h 2496030"/>
              <a:gd name="connsiteX3" fmla="*/ 3417420 w 4038599"/>
              <a:gd name="connsiteY3" fmla="*/ 9782 h 2496030"/>
              <a:gd name="connsiteX4" fmla="*/ 3757835 w 4038599"/>
              <a:gd name="connsiteY4" fmla="*/ 19315 h 2496030"/>
              <a:gd name="connsiteX5" fmla="*/ 3892671 w 4038599"/>
              <a:gd name="connsiteY5" fmla="*/ 13177 h 2496030"/>
              <a:gd name="connsiteX6" fmla="*/ 4016790 w 4038599"/>
              <a:gd name="connsiteY6" fmla="*/ 8134 h 2496030"/>
              <a:gd name="connsiteX7" fmla="*/ 4034037 w 4038599"/>
              <a:gd name="connsiteY7" fmla="*/ 8999 h 2496030"/>
              <a:gd name="connsiteX8" fmla="*/ 4035370 w 4038599"/>
              <a:gd name="connsiteY8" fmla="*/ 62503 h 2496030"/>
              <a:gd name="connsiteX9" fmla="*/ 4020562 w 4038599"/>
              <a:gd name="connsiteY9" fmla="*/ 231143 h 2496030"/>
              <a:gd name="connsiteX10" fmla="*/ 4019168 w 4038599"/>
              <a:gd name="connsiteY10" fmla="*/ 393470 h 2496030"/>
              <a:gd name="connsiteX11" fmla="*/ 4014100 w 4038599"/>
              <a:gd name="connsiteY11" fmla="*/ 651618 h 2496030"/>
              <a:gd name="connsiteX12" fmla="*/ 4019295 w 4038599"/>
              <a:gd name="connsiteY12" fmla="*/ 902406 h 2496030"/>
              <a:gd name="connsiteX13" fmla="*/ 4033231 w 4038599"/>
              <a:gd name="connsiteY13" fmla="*/ 1078946 h 2496030"/>
              <a:gd name="connsiteX14" fmla="*/ 4011566 w 4038599"/>
              <a:gd name="connsiteY14" fmla="*/ 1189872 h 2496030"/>
              <a:gd name="connsiteX15" fmla="*/ 4011566 w 4038599"/>
              <a:gd name="connsiteY15" fmla="*/ 1387989 h 2496030"/>
              <a:gd name="connsiteX16" fmla="*/ 4038599 w 4038599"/>
              <a:gd name="connsiteY16" fmla="*/ 1495613 h 2496030"/>
              <a:gd name="connsiteX17" fmla="*/ 4038599 w 4038599"/>
              <a:gd name="connsiteY17" fmla="*/ 1746509 h 2496030"/>
              <a:gd name="connsiteX18" fmla="*/ 4038283 w 4038599"/>
              <a:gd name="connsiteY18" fmla="*/ 1749734 h 2496030"/>
              <a:gd name="connsiteX19" fmla="*/ 4026896 w 4038599"/>
              <a:gd name="connsiteY19" fmla="*/ 1837274 h 2496030"/>
              <a:gd name="connsiteX20" fmla="*/ 4029684 w 4038599"/>
              <a:gd name="connsiteY20" fmla="*/ 2121948 h 2496030"/>
              <a:gd name="connsiteX21" fmla="*/ 4032978 w 4038599"/>
              <a:gd name="connsiteY21" fmla="*/ 2359155 h 2496030"/>
              <a:gd name="connsiteX22" fmla="*/ 4023519 w 4038599"/>
              <a:gd name="connsiteY22" fmla="*/ 2496030 h 2496030"/>
              <a:gd name="connsiteX23" fmla="*/ 0 w 4038599"/>
              <a:gd name="connsiteY23" fmla="*/ 2496030 h 2496030"/>
              <a:gd name="connsiteX24" fmla="*/ 0 w 4038599"/>
              <a:gd name="connsiteY24" fmla="*/ 12459 h 2496030"/>
              <a:gd name="connsiteX25" fmla="*/ 17104 w 4038599"/>
              <a:gd name="connsiteY25" fmla="*/ 15006 h 2496030"/>
              <a:gd name="connsiteX26" fmla="*/ 216416 w 4038599"/>
              <a:gd name="connsiteY26" fmla="*/ 7824 h 2496030"/>
              <a:gd name="connsiteX27" fmla="*/ 651370 w 4038599"/>
              <a:gd name="connsiteY27" fmla="*/ 17748 h 2496030"/>
              <a:gd name="connsiteX28" fmla="*/ 958396 w 4038599"/>
              <a:gd name="connsiteY28" fmla="*/ 14092 h 2496030"/>
              <a:gd name="connsiteX29" fmla="*/ 1519486 w 4038599"/>
              <a:gd name="connsiteY29" fmla="*/ 21666 h 2496030"/>
              <a:gd name="connsiteX30" fmla="*/ 2062411 w 4038599"/>
              <a:gd name="connsiteY30" fmla="*/ 17487 h 2496030"/>
              <a:gd name="connsiteX31" fmla="*/ 2464753 w 4038599"/>
              <a:gd name="connsiteY31" fmla="*/ 4 h 2496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038599" h="2496030">
                <a:moveTo>
                  <a:pt x="2464753" y="4"/>
                </a:moveTo>
                <a:cubicBezTo>
                  <a:pt x="2509518" y="-78"/>
                  <a:pt x="2554292" y="1163"/>
                  <a:pt x="2599067" y="4428"/>
                </a:cubicBezTo>
                <a:cubicBezTo>
                  <a:pt x="2749817" y="17813"/>
                  <a:pt x="2901270" y="21079"/>
                  <a:pt x="3052443" y="14222"/>
                </a:cubicBezTo>
                <a:cubicBezTo>
                  <a:pt x="3173923" y="5694"/>
                  <a:pt x="3295774" y="4206"/>
                  <a:pt x="3417420" y="9782"/>
                </a:cubicBezTo>
                <a:cubicBezTo>
                  <a:pt x="3530764" y="16442"/>
                  <a:pt x="3644108" y="23233"/>
                  <a:pt x="3757835" y="19315"/>
                </a:cubicBezTo>
                <a:cubicBezTo>
                  <a:pt x="3803121" y="17748"/>
                  <a:pt x="3847768" y="15789"/>
                  <a:pt x="3892671" y="13177"/>
                </a:cubicBezTo>
                <a:cubicBezTo>
                  <a:pt x="3933972" y="9619"/>
                  <a:pt x="3975386" y="7938"/>
                  <a:pt x="4016790" y="8134"/>
                </a:cubicBezTo>
                <a:lnTo>
                  <a:pt x="4034037" y="8999"/>
                </a:lnTo>
                <a:lnTo>
                  <a:pt x="4035370" y="62503"/>
                </a:lnTo>
                <a:cubicBezTo>
                  <a:pt x="4033549" y="118790"/>
                  <a:pt x="4026390" y="174983"/>
                  <a:pt x="4020562" y="231143"/>
                </a:cubicBezTo>
                <a:cubicBezTo>
                  <a:pt x="4014860" y="285717"/>
                  <a:pt x="4006498" y="343464"/>
                  <a:pt x="4019168" y="393470"/>
                </a:cubicBezTo>
                <a:cubicBezTo>
                  <a:pt x="4042480" y="482184"/>
                  <a:pt x="4024236" y="566457"/>
                  <a:pt x="4014100" y="651618"/>
                </a:cubicBezTo>
                <a:cubicBezTo>
                  <a:pt x="4001874" y="734926"/>
                  <a:pt x="4003635" y="819681"/>
                  <a:pt x="4019295" y="902406"/>
                </a:cubicBezTo>
                <a:cubicBezTo>
                  <a:pt x="4031711" y="960787"/>
                  <a:pt x="4031711" y="1020184"/>
                  <a:pt x="4033231" y="1078946"/>
                </a:cubicBezTo>
                <a:cubicBezTo>
                  <a:pt x="4034118" y="1115753"/>
                  <a:pt x="4020562" y="1153193"/>
                  <a:pt x="4011566" y="1189872"/>
                </a:cubicBezTo>
                <a:cubicBezTo>
                  <a:pt x="3995476" y="1256123"/>
                  <a:pt x="3989648" y="1323388"/>
                  <a:pt x="4011566" y="1387989"/>
                </a:cubicBezTo>
                <a:lnTo>
                  <a:pt x="4038599" y="1495613"/>
                </a:lnTo>
                <a:lnTo>
                  <a:pt x="4038599" y="1746509"/>
                </a:lnTo>
                <a:lnTo>
                  <a:pt x="4038283" y="1749734"/>
                </a:lnTo>
                <a:cubicBezTo>
                  <a:pt x="4035575" y="1779147"/>
                  <a:pt x="4032408" y="1808464"/>
                  <a:pt x="4026896" y="1837274"/>
                </a:cubicBezTo>
                <a:cubicBezTo>
                  <a:pt x="4008779" y="1932843"/>
                  <a:pt x="4015240" y="2027776"/>
                  <a:pt x="4029684" y="2121948"/>
                </a:cubicBezTo>
                <a:cubicBezTo>
                  <a:pt x="4039832" y="2200637"/>
                  <a:pt x="4040934" y="2280226"/>
                  <a:pt x="4032978" y="2359155"/>
                </a:cubicBezTo>
                <a:lnTo>
                  <a:pt x="4023519" y="2496030"/>
                </a:lnTo>
                <a:lnTo>
                  <a:pt x="0" y="2496030"/>
                </a:lnTo>
                <a:lnTo>
                  <a:pt x="0" y="12459"/>
                </a:lnTo>
                <a:lnTo>
                  <a:pt x="17104" y="15006"/>
                </a:lnTo>
                <a:cubicBezTo>
                  <a:pt x="83627" y="15006"/>
                  <a:pt x="150022" y="12263"/>
                  <a:pt x="216416" y="7824"/>
                </a:cubicBezTo>
                <a:cubicBezTo>
                  <a:pt x="361434" y="-156"/>
                  <a:pt x="506837" y="3162"/>
                  <a:pt x="651370" y="17748"/>
                </a:cubicBezTo>
                <a:cubicBezTo>
                  <a:pt x="753623" y="25440"/>
                  <a:pt x="856335" y="24213"/>
                  <a:pt x="958396" y="14092"/>
                </a:cubicBezTo>
                <a:cubicBezTo>
                  <a:pt x="1145682" y="-1710"/>
                  <a:pt x="1332584" y="10958"/>
                  <a:pt x="1519486" y="21666"/>
                </a:cubicBezTo>
                <a:cubicBezTo>
                  <a:pt x="1700504" y="32113"/>
                  <a:pt x="1881394" y="24408"/>
                  <a:pt x="2062411" y="17487"/>
                </a:cubicBezTo>
                <a:cubicBezTo>
                  <a:pt x="2196255" y="12394"/>
                  <a:pt x="2330459" y="249"/>
                  <a:pt x="2464753" y="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ABE113B-49CB-42B2-AC93-B3DF044078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041336" cy="4193763"/>
          </a:xfrm>
          <a:custGeom>
            <a:avLst/>
            <a:gdLst>
              <a:gd name="connsiteX0" fmla="*/ 0 w 4041336"/>
              <a:gd name="connsiteY0" fmla="*/ 0 h 4193763"/>
              <a:gd name="connsiteX1" fmla="*/ 4019848 w 4041336"/>
              <a:gd name="connsiteY1" fmla="*/ 0 h 4193763"/>
              <a:gd name="connsiteX2" fmla="*/ 4021195 w 4041336"/>
              <a:gd name="connsiteY2" fmla="*/ 11419 h 4193763"/>
              <a:gd name="connsiteX3" fmla="*/ 4037665 w 4041336"/>
              <a:gd name="connsiteY3" fmla="*/ 264364 h 4193763"/>
              <a:gd name="connsiteX4" fmla="*/ 4034118 w 4041336"/>
              <a:gd name="connsiteY4" fmla="*/ 574168 h 4193763"/>
              <a:gd name="connsiteX5" fmla="*/ 4026263 w 4041336"/>
              <a:gd name="connsiteY5" fmla="*/ 838028 h 4193763"/>
              <a:gd name="connsiteX6" fmla="*/ 4026263 w 4041336"/>
              <a:gd name="connsiteY6" fmla="*/ 847166 h 4193763"/>
              <a:gd name="connsiteX7" fmla="*/ 4026263 w 4041336"/>
              <a:gd name="connsiteY7" fmla="*/ 1138186 h 4193763"/>
              <a:gd name="connsiteX8" fmla="*/ 4024109 w 4041336"/>
              <a:gd name="connsiteY8" fmla="*/ 1259137 h 4193763"/>
              <a:gd name="connsiteX9" fmla="*/ 4016887 w 4041336"/>
              <a:gd name="connsiteY9" fmla="*/ 1412960 h 4193763"/>
              <a:gd name="connsiteX10" fmla="*/ 4026263 w 4041336"/>
              <a:gd name="connsiteY10" fmla="*/ 1539116 h 4193763"/>
              <a:gd name="connsiteX11" fmla="*/ 4024869 w 4041336"/>
              <a:gd name="connsiteY11" fmla="*/ 1823155 h 4193763"/>
              <a:gd name="connsiteX12" fmla="*/ 4017014 w 4041336"/>
              <a:gd name="connsiteY12" fmla="*/ 2154154 h 4193763"/>
              <a:gd name="connsiteX13" fmla="*/ 4017014 w 4041336"/>
              <a:gd name="connsiteY13" fmla="*/ 2421948 h 4193763"/>
              <a:gd name="connsiteX14" fmla="*/ 4029684 w 4041336"/>
              <a:gd name="connsiteY14" fmla="*/ 2667279 h 4193763"/>
              <a:gd name="connsiteX15" fmla="*/ 4019421 w 4041336"/>
              <a:gd name="connsiteY15" fmla="*/ 2956268 h 4193763"/>
              <a:gd name="connsiteX16" fmla="*/ 4022082 w 4041336"/>
              <a:gd name="connsiteY16" fmla="*/ 3094480 h 4193763"/>
              <a:gd name="connsiteX17" fmla="*/ 4027656 w 4041336"/>
              <a:gd name="connsiteY17" fmla="*/ 3260614 h 4193763"/>
              <a:gd name="connsiteX18" fmla="*/ 4009412 w 4041336"/>
              <a:gd name="connsiteY18" fmla="*/ 3538181 h 4193763"/>
              <a:gd name="connsiteX19" fmla="*/ 4031711 w 4041336"/>
              <a:gd name="connsiteY19" fmla="*/ 3694923 h 4193763"/>
              <a:gd name="connsiteX20" fmla="*/ 4038425 w 4041336"/>
              <a:gd name="connsiteY20" fmla="*/ 3836308 h 4193763"/>
              <a:gd name="connsiteX21" fmla="*/ 4029810 w 4041336"/>
              <a:gd name="connsiteY21" fmla="*/ 3956245 h 4193763"/>
              <a:gd name="connsiteX22" fmla="*/ 4013847 w 4041336"/>
              <a:gd name="connsiteY22" fmla="*/ 4114764 h 4193763"/>
              <a:gd name="connsiteX23" fmla="*/ 4010970 w 4041336"/>
              <a:gd name="connsiteY23" fmla="*/ 4161894 h 4193763"/>
              <a:gd name="connsiteX24" fmla="*/ 4002764 w 4041336"/>
              <a:gd name="connsiteY24" fmla="*/ 4161042 h 4193763"/>
              <a:gd name="connsiteX25" fmla="*/ 3868108 w 4041336"/>
              <a:gd name="connsiteY25" fmla="*/ 4163980 h 4193763"/>
              <a:gd name="connsiteX26" fmla="*/ 3174741 w 4041336"/>
              <a:gd name="connsiteY26" fmla="*/ 4175341 h 4193763"/>
              <a:gd name="connsiteX27" fmla="*/ 2247906 w 4041336"/>
              <a:gd name="connsiteY27" fmla="*/ 4167376 h 4193763"/>
              <a:gd name="connsiteX28" fmla="*/ 2057934 w 4041336"/>
              <a:gd name="connsiteY28" fmla="*/ 4175733 h 4193763"/>
              <a:gd name="connsiteX29" fmla="*/ 1797729 w 4041336"/>
              <a:gd name="connsiteY29" fmla="*/ 4165547 h 4193763"/>
              <a:gd name="connsiteX30" fmla="*/ 1485458 w 4041336"/>
              <a:gd name="connsiteY30" fmla="*/ 4175995 h 4193763"/>
              <a:gd name="connsiteX31" fmla="*/ 949185 w 4041336"/>
              <a:gd name="connsiteY31" fmla="*/ 4186181 h 4193763"/>
              <a:gd name="connsiteX32" fmla="*/ 357136 w 4041336"/>
              <a:gd name="connsiteY32" fmla="*/ 4175995 h 4193763"/>
              <a:gd name="connsiteX33" fmla="*/ 0 w 4041336"/>
              <a:gd name="connsiteY33" fmla="*/ 4175060 h 4193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41336" h="4193763">
                <a:moveTo>
                  <a:pt x="0" y="0"/>
                </a:moveTo>
                <a:lnTo>
                  <a:pt x="4019848" y="0"/>
                </a:lnTo>
                <a:lnTo>
                  <a:pt x="4021195" y="11419"/>
                </a:lnTo>
                <a:cubicBezTo>
                  <a:pt x="4036145" y="95184"/>
                  <a:pt x="4033611" y="180091"/>
                  <a:pt x="4037665" y="264364"/>
                </a:cubicBezTo>
                <a:cubicBezTo>
                  <a:pt x="4042480" y="367421"/>
                  <a:pt x="4036399" y="470858"/>
                  <a:pt x="4034118" y="574168"/>
                </a:cubicBezTo>
                <a:cubicBezTo>
                  <a:pt x="4032344" y="662121"/>
                  <a:pt x="4023602" y="749948"/>
                  <a:pt x="4026263" y="838028"/>
                </a:cubicBezTo>
                <a:cubicBezTo>
                  <a:pt x="4026453" y="841074"/>
                  <a:pt x="4026453" y="844120"/>
                  <a:pt x="4026263" y="847166"/>
                </a:cubicBezTo>
                <a:cubicBezTo>
                  <a:pt x="4018154" y="944003"/>
                  <a:pt x="4018154" y="1041348"/>
                  <a:pt x="4026263" y="1138186"/>
                </a:cubicBezTo>
                <a:cubicBezTo>
                  <a:pt x="4028835" y="1178494"/>
                  <a:pt x="4028113" y="1218943"/>
                  <a:pt x="4024109" y="1259137"/>
                </a:cubicBezTo>
                <a:cubicBezTo>
                  <a:pt x="4020308" y="1310285"/>
                  <a:pt x="4008145" y="1362194"/>
                  <a:pt x="4016887" y="1412960"/>
                </a:cubicBezTo>
                <a:cubicBezTo>
                  <a:pt x="4022576" y="1454780"/>
                  <a:pt x="4025705" y="1496916"/>
                  <a:pt x="4026263" y="1539116"/>
                </a:cubicBezTo>
                <a:cubicBezTo>
                  <a:pt x="4030697" y="1633542"/>
                  <a:pt x="4026516" y="1728475"/>
                  <a:pt x="4024869" y="1823155"/>
                </a:cubicBezTo>
                <a:cubicBezTo>
                  <a:pt x="4023095" y="1933446"/>
                  <a:pt x="4025883" y="2043737"/>
                  <a:pt x="4017014" y="2154154"/>
                </a:cubicBezTo>
                <a:cubicBezTo>
                  <a:pt x="4012136" y="2243351"/>
                  <a:pt x="4012136" y="2332751"/>
                  <a:pt x="4017014" y="2421948"/>
                </a:cubicBezTo>
                <a:cubicBezTo>
                  <a:pt x="4019421" y="2503683"/>
                  <a:pt x="4031711" y="2584656"/>
                  <a:pt x="4029684" y="2667279"/>
                </a:cubicBezTo>
                <a:cubicBezTo>
                  <a:pt x="4027276" y="2763608"/>
                  <a:pt x="4015874" y="2859684"/>
                  <a:pt x="4019421" y="2956268"/>
                </a:cubicBezTo>
                <a:cubicBezTo>
                  <a:pt x="4021068" y="3002339"/>
                  <a:pt x="4021195" y="3048410"/>
                  <a:pt x="4022082" y="3094480"/>
                </a:cubicBezTo>
                <a:cubicBezTo>
                  <a:pt x="4023222" y="3149943"/>
                  <a:pt x="4033231" y="3205278"/>
                  <a:pt x="4027656" y="3260614"/>
                </a:cubicBezTo>
                <a:cubicBezTo>
                  <a:pt x="4018408" y="3352883"/>
                  <a:pt x="3994462" y="3443628"/>
                  <a:pt x="4009412" y="3538181"/>
                </a:cubicBezTo>
                <a:cubicBezTo>
                  <a:pt x="4017647" y="3590217"/>
                  <a:pt x="4026896" y="3642380"/>
                  <a:pt x="4031711" y="3694923"/>
                </a:cubicBezTo>
                <a:cubicBezTo>
                  <a:pt x="4035892" y="3741882"/>
                  <a:pt x="4046407" y="3789603"/>
                  <a:pt x="4038425" y="3836308"/>
                </a:cubicBezTo>
                <a:cubicBezTo>
                  <a:pt x="4031584" y="3876287"/>
                  <a:pt x="4035131" y="3916266"/>
                  <a:pt x="4029810" y="3956245"/>
                </a:cubicBezTo>
                <a:cubicBezTo>
                  <a:pt x="4022842" y="4008661"/>
                  <a:pt x="4019168" y="4061966"/>
                  <a:pt x="4013847" y="4114764"/>
                </a:cubicBezTo>
                <a:lnTo>
                  <a:pt x="4010970" y="4161894"/>
                </a:lnTo>
                <a:lnTo>
                  <a:pt x="4002764" y="4161042"/>
                </a:lnTo>
                <a:cubicBezTo>
                  <a:pt x="3957904" y="4159210"/>
                  <a:pt x="3912934" y="4160186"/>
                  <a:pt x="3868108" y="4163980"/>
                </a:cubicBezTo>
                <a:cubicBezTo>
                  <a:pt x="3637072" y="4178737"/>
                  <a:pt x="3405779" y="4172076"/>
                  <a:pt x="3174741" y="4175341"/>
                </a:cubicBezTo>
                <a:cubicBezTo>
                  <a:pt x="2865668" y="4179782"/>
                  <a:pt x="2556851" y="4168420"/>
                  <a:pt x="2247906" y="4167376"/>
                </a:cubicBezTo>
                <a:cubicBezTo>
                  <a:pt x="2184582" y="4167115"/>
                  <a:pt x="2121002" y="4170510"/>
                  <a:pt x="2057934" y="4175733"/>
                </a:cubicBezTo>
                <a:cubicBezTo>
                  <a:pt x="1970560" y="4182786"/>
                  <a:pt x="1884336" y="4173905"/>
                  <a:pt x="1797729" y="4165547"/>
                </a:cubicBezTo>
                <a:cubicBezTo>
                  <a:pt x="1693340" y="4155492"/>
                  <a:pt x="1589207" y="4164372"/>
                  <a:pt x="1485458" y="4175995"/>
                </a:cubicBezTo>
                <a:cubicBezTo>
                  <a:pt x="1307344" y="4195571"/>
                  <a:pt x="1127888" y="4198979"/>
                  <a:pt x="949185" y="4186181"/>
                </a:cubicBezTo>
                <a:cubicBezTo>
                  <a:pt x="751793" y="4172468"/>
                  <a:pt x="554529" y="4174950"/>
                  <a:pt x="357136" y="4175995"/>
                </a:cubicBezTo>
                <a:lnTo>
                  <a:pt x="0" y="41750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4296" y="329184"/>
            <a:ext cx="6894576" cy="1783080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>
              <a:defRPr sz="2000"/>
            </a:lvl2pPr>
            <a:lvl3pPr marL="457200">
              <a:defRPr sz="1800"/>
            </a:lvl3pPr>
            <a:lvl4pPr marL="685800">
              <a:defRPr sz="1600"/>
            </a:lvl4pPr>
            <a:lvl5pPr marL="9144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108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9B1377BC-1A5F-4113-953E-30CA51FC6F91}"/>
              </a:ext>
            </a:extLst>
          </p:cNvPr>
          <p:cNvSpPr/>
          <p:nvPr userDrawn="1"/>
        </p:nvSpPr>
        <p:spPr>
          <a:xfrm>
            <a:off x="4654296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803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CB56F624-1B75-47D6-8B9E-1F3E7840AE13}"/>
              </a:ext>
            </a:extLst>
          </p:cNvPr>
          <p:cNvSpPr>
            <a:spLocks noChangeAspect="1"/>
          </p:cNvSpPr>
          <p:nvPr userDrawn="1"/>
        </p:nvSpPr>
        <p:spPr>
          <a:xfrm>
            <a:off x="807242" y="612648"/>
            <a:ext cx="10577516" cy="5566372"/>
          </a:xfrm>
          <a:custGeom>
            <a:avLst/>
            <a:gdLst>
              <a:gd name="connsiteX0" fmla="*/ 2871593 w 10577516"/>
              <a:gd name="connsiteY0" fmla="*/ 5218333 h 5566372"/>
              <a:gd name="connsiteX1" fmla="*/ 3890441 w 10577516"/>
              <a:gd name="connsiteY1" fmla="*/ 5441298 h 5566372"/>
              <a:gd name="connsiteX2" fmla="*/ 4931282 w 10577516"/>
              <a:gd name="connsiteY2" fmla="*/ 5506891 h 5566372"/>
              <a:gd name="connsiteX3" fmla="*/ 2871593 w 10577516"/>
              <a:gd name="connsiteY3" fmla="*/ 5218333 h 5566372"/>
              <a:gd name="connsiteX4" fmla="*/ 4720395 w 10577516"/>
              <a:gd name="connsiteY4" fmla="*/ 128662 h 5566372"/>
              <a:gd name="connsiteX5" fmla="*/ 3554723 w 10577516"/>
              <a:gd name="connsiteY5" fmla="*/ 250059 h 5566372"/>
              <a:gd name="connsiteX6" fmla="*/ 2497230 w 10577516"/>
              <a:gd name="connsiteY6" fmla="*/ 530354 h 5566372"/>
              <a:gd name="connsiteX7" fmla="*/ 2960194 w 10577516"/>
              <a:gd name="connsiteY7" fmla="*/ 403237 h 5566372"/>
              <a:gd name="connsiteX8" fmla="*/ 3980314 w 10577516"/>
              <a:gd name="connsiteY8" fmla="*/ 212560 h 5566372"/>
              <a:gd name="connsiteX9" fmla="*/ 4677428 w 10577516"/>
              <a:gd name="connsiteY9" fmla="*/ 139593 h 5566372"/>
              <a:gd name="connsiteX10" fmla="*/ 4760675 w 10577516"/>
              <a:gd name="connsiteY10" fmla="*/ 134906 h 5566372"/>
              <a:gd name="connsiteX11" fmla="*/ 4792997 w 10577516"/>
              <a:gd name="connsiteY11" fmla="*/ 130123 h 5566372"/>
              <a:gd name="connsiteX12" fmla="*/ 4798006 w 10577516"/>
              <a:gd name="connsiteY12" fmla="*/ 130828 h 5566372"/>
              <a:gd name="connsiteX13" fmla="*/ 4798006 w 10577516"/>
              <a:gd name="connsiteY13" fmla="*/ 129381 h 5566372"/>
              <a:gd name="connsiteX14" fmla="*/ 4792997 w 10577516"/>
              <a:gd name="connsiteY14" fmla="*/ 130123 h 5566372"/>
              <a:gd name="connsiteX15" fmla="*/ 4788863 w 10577516"/>
              <a:gd name="connsiteY15" fmla="*/ 129541 h 5566372"/>
              <a:gd name="connsiteX16" fmla="*/ 4720395 w 10577516"/>
              <a:gd name="connsiteY16" fmla="*/ 128662 h 5566372"/>
              <a:gd name="connsiteX17" fmla="*/ 6438297 w 10577516"/>
              <a:gd name="connsiteY17" fmla="*/ 19 h 5566372"/>
              <a:gd name="connsiteX18" fmla="*/ 7523724 w 10577516"/>
              <a:gd name="connsiteY18" fmla="*/ 104129 h 5566372"/>
              <a:gd name="connsiteX19" fmla="*/ 8525668 w 10577516"/>
              <a:gd name="connsiteY19" fmla="*/ 421922 h 5566372"/>
              <a:gd name="connsiteX20" fmla="*/ 9518204 w 10577516"/>
              <a:gd name="connsiteY20" fmla="*/ 1055605 h 5566372"/>
              <a:gd name="connsiteX21" fmla="*/ 10008242 w 10577516"/>
              <a:gd name="connsiteY21" fmla="*/ 1589500 h 5566372"/>
              <a:gd name="connsiteX22" fmla="*/ 10325274 w 10577516"/>
              <a:gd name="connsiteY22" fmla="*/ 2051574 h 5566372"/>
              <a:gd name="connsiteX23" fmla="*/ 10565908 w 10577516"/>
              <a:gd name="connsiteY23" fmla="*/ 2649028 h 5566372"/>
              <a:gd name="connsiteX24" fmla="*/ 10542137 w 10577516"/>
              <a:gd name="connsiteY24" fmla="*/ 2966823 h 5566372"/>
              <a:gd name="connsiteX25" fmla="*/ 10513789 w 10577516"/>
              <a:gd name="connsiteY25" fmla="*/ 3066355 h 5566372"/>
              <a:gd name="connsiteX26" fmla="*/ 10417308 w 10577516"/>
              <a:gd name="connsiteY26" fmla="*/ 3369150 h 5566372"/>
              <a:gd name="connsiteX27" fmla="*/ 9794430 w 10577516"/>
              <a:gd name="connsiteY27" fmla="*/ 4220840 h 5566372"/>
              <a:gd name="connsiteX28" fmla="*/ 8719522 w 10577516"/>
              <a:gd name="connsiteY28" fmla="*/ 4888463 h 5566372"/>
              <a:gd name="connsiteX29" fmla="*/ 7693808 w 10577516"/>
              <a:gd name="connsiteY29" fmla="*/ 5234223 h 5566372"/>
              <a:gd name="connsiteX30" fmla="*/ 7092669 w 10577516"/>
              <a:gd name="connsiteY30" fmla="*/ 5363248 h 5566372"/>
              <a:gd name="connsiteX31" fmla="*/ 6240978 w 10577516"/>
              <a:gd name="connsiteY31" fmla="*/ 5507272 h 5566372"/>
              <a:gd name="connsiteX32" fmla="*/ 5462508 w 10577516"/>
              <a:gd name="connsiteY32" fmla="*/ 5559010 h 5566372"/>
              <a:gd name="connsiteX33" fmla="*/ 4386329 w 10577516"/>
              <a:gd name="connsiteY33" fmla="*/ 5548839 h 5566372"/>
              <a:gd name="connsiteX34" fmla="*/ 3501461 w 10577516"/>
              <a:gd name="connsiteY34" fmla="*/ 5432782 h 5566372"/>
              <a:gd name="connsiteX35" fmla="*/ 2624348 w 10577516"/>
              <a:gd name="connsiteY35" fmla="*/ 5200409 h 5566372"/>
              <a:gd name="connsiteX36" fmla="*/ 2221385 w 10577516"/>
              <a:gd name="connsiteY36" fmla="*/ 5053589 h 5566372"/>
              <a:gd name="connsiteX37" fmla="*/ 1173934 w 10577516"/>
              <a:gd name="connsiteY37" fmla="*/ 4636388 h 5566372"/>
              <a:gd name="connsiteX38" fmla="*/ 438176 w 10577516"/>
              <a:gd name="connsiteY38" fmla="*/ 4080883 h 5566372"/>
              <a:gd name="connsiteX39" fmla="*/ 18687 w 10577516"/>
              <a:gd name="connsiteY39" fmla="*/ 2942161 h 5566372"/>
              <a:gd name="connsiteX40" fmla="*/ 0 w 10577516"/>
              <a:gd name="connsiteY40" fmla="*/ 2832713 h 5566372"/>
              <a:gd name="connsiteX41" fmla="*/ 0 w 10577516"/>
              <a:gd name="connsiteY41" fmla="*/ 2747290 h 5566372"/>
              <a:gd name="connsiteX42" fmla="*/ 14746 w 10577516"/>
              <a:gd name="connsiteY42" fmla="*/ 2661993 h 5566372"/>
              <a:gd name="connsiteX43" fmla="*/ 292753 w 10577516"/>
              <a:gd name="connsiteY43" fmla="*/ 1968947 h 5566372"/>
              <a:gd name="connsiteX44" fmla="*/ 923893 w 10577516"/>
              <a:gd name="connsiteY44" fmla="*/ 1299417 h 5566372"/>
              <a:gd name="connsiteX45" fmla="*/ 2035538 w 10577516"/>
              <a:gd name="connsiteY45" fmla="*/ 648828 h 5566372"/>
              <a:gd name="connsiteX46" fmla="*/ 3545571 w 10577516"/>
              <a:gd name="connsiteY46" fmla="*/ 196289 h 5566372"/>
              <a:gd name="connsiteX47" fmla="*/ 5211705 w 10577516"/>
              <a:gd name="connsiteY47" fmla="*/ 78323 h 5566372"/>
              <a:gd name="connsiteX48" fmla="*/ 5467720 w 10577516"/>
              <a:gd name="connsiteY48" fmla="*/ 77052 h 5566372"/>
              <a:gd name="connsiteX49" fmla="*/ 6073564 w 10577516"/>
              <a:gd name="connsiteY49" fmla="*/ 11840 h 5566372"/>
              <a:gd name="connsiteX50" fmla="*/ 6438297 w 10577516"/>
              <a:gd name="connsiteY50" fmla="*/ 19 h 55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77516" h="5566372">
                <a:moveTo>
                  <a:pt x="2871593" y="5218333"/>
                </a:moveTo>
                <a:cubicBezTo>
                  <a:pt x="2990956" y="5269180"/>
                  <a:pt x="3517223" y="5383586"/>
                  <a:pt x="3890441" y="5441298"/>
                </a:cubicBezTo>
                <a:cubicBezTo>
                  <a:pt x="4162855" y="5483248"/>
                  <a:pt x="4828063" y="5526341"/>
                  <a:pt x="4931282" y="5506891"/>
                </a:cubicBezTo>
                <a:cubicBezTo>
                  <a:pt x="4236330" y="5449560"/>
                  <a:pt x="3552816" y="5364900"/>
                  <a:pt x="2871593" y="5218333"/>
                </a:cubicBezTo>
                <a:close/>
                <a:moveTo>
                  <a:pt x="4720395" y="128662"/>
                </a:moveTo>
                <a:cubicBezTo>
                  <a:pt x="4329266" y="138551"/>
                  <a:pt x="3939509" y="179153"/>
                  <a:pt x="3554723" y="250059"/>
                </a:cubicBezTo>
                <a:cubicBezTo>
                  <a:pt x="3195336" y="315207"/>
                  <a:pt x="2841707" y="408943"/>
                  <a:pt x="2497230" y="530354"/>
                </a:cubicBezTo>
                <a:cubicBezTo>
                  <a:pt x="2650917" y="485354"/>
                  <a:pt x="2804728" y="441372"/>
                  <a:pt x="2960194" y="403237"/>
                </a:cubicBezTo>
                <a:cubicBezTo>
                  <a:pt x="3296586" y="321538"/>
                  <a:pt x="3637121" y="257890"/>
                  <a:pt x="3980314" y="212560"/>
                </a:cubicBezTo>
                <a:cubicBezTo>
                  <a:pt x="4212050" y="181797"/>
                  <a:pt x="4444422" y="158280"/>
                  <a:pt x="4677428" y="139593"/>
                </a:cubicBezTo>
                <a:cubicBezTo>
                  <a:pt x="4704949" y="137369"/>
                  <a:pt x="4732915" y="137369"/>
                  <a:pt x="4760675" y="134906"/>
                </a:cubicBezTo>
                <a:lnTo>
                  <a:pt x="4792997" y="130123"/>
                </a:lnTo>
                <a:lnTo>
                  <a:pt x="4798006" y="130828"/>
                </a:lnTo>
                <a:lnTo>
                  <a:pt x="4798006" y="129381"/>
                </a:lnTo>
                <a:lnTo>
                  <a:pt x="4792997" y="130123"/>
                </a:lnTo>
                <a:lnTo>
                  <a:pt x="4788863" y="129541"/>
                </a:lnTo>
                <a:cubicBezTo>
                  <a:pt x="4766106" y="127801"/>
                  <a:pt x="4743237" y="127505"/>
                  <a:pt x="4720395" y="128662"/>
                </a:cubicBezTo>
                <a:close/>
                <a:moveTo>
                  <a:pt x="6438297" y="19"/>
                </a:moveTo>
                <a:cubicBezTo>
                  <a:pt x="6802322" y="-887"/>
                  <a:pt x="7164203" y="31671"/>
                  <a:pt x="7523724" y="104129"/>
                </a:cubicBezTo>
                <a:cubicBezTo>
                  <a:pt x="7868594" y="172060"/>
                  <a:pt x="8204694" y="278661"/>
                  <a:pt x="8525668" y="421922"/>
                </a:cubicBezTo>
                <a:cubicBezTo>
                  <a:pt x="8886414" y="582180"/>
                  <a:pt x="9221001" y="795802"/>
                  <a:pt x="9518204" y="1055605"/>
                </a:cubicBezTo>
                <a:cubicBezTo>
                  <a:pt x="9701176" y="1214502"/>
                  <a:pt x="9865578" y="1393612"/>
                  <a:pt x="10008242" y="1589500"/>
                </a:cubicBezTo>
                <a:cubicBezTo>
                  <a:pt x="10117308" y="1741190"/>
                  <a:pt x="10222982" y="1895218"/>
                  <a:pt x="10325274" y="2051574"/>
                </a:cubicBezTo>
                <a:cubicBezTo>
                  <a:pt x="10446215" y="2231789"/>
                  <a:pt x="10528180" y="2435291"/>
                  <a:pt x="10565908" y="2649028"/>
                </a:cubicBezTo>
                <a:cubicBezTo>
                  <a:pt x="10584595" y="2757459"/>
                  <a:pt x="10583451" y="2862839"/>
                  <a:pt x="10542137" y="2966823"/>
                </a:cubicBezTo>
                <a:cubicBezTo>
                  <a:pt x="10530023" y="2999186"/>
                  <a:pt x="10520540" y="3032466"/>
                  <a:pt x="10513789" y="3066355"/>
                </a:cubicBezTo>
                <a:cubicBezTo>
                  <a:pt x="10490298" y="3169843"/>
                  <a:pt x="10458023" y="3271142"/>
                  <a:pt x="10417308" y="3369150"/>
                </a:cubicBezTo>
                <a:cubicBezTo>
                  <a:pt x="10279257" y="3703851"/>
                  <a:pt x="10062140" y="3980714"/>
                  <a:pt x="9794430" y="4220840"/>
                </a:cubicBezTo>
                <a:cubicBezTo>
                  <a:pt x="9475364" y="4506346"/>
                  <a:pt x="9109391" y="4716599"/>
                  <a:pt x="8719522" y="4888463"/>
                </a:cubicBezTo>
                <a:cubicBezTo>
                  <a:pt x="8388126" y="5034394"/>
                  <a:pt x="8044526" y="5145368"/>
                  <a:pt x="7693808" y="5234223"/>
                </a:cubicBezTo>
                <a:cubicBezTo>
                  <a:pt x="7495123" y="5285070"/>
                  <a:pt x="7294022" y="5324223"/>
                  <a:pt x="7092669" y="5363248"/>
                </a:cubicBezTo>
                <a:cubicBezTo>
                  <a:pt x="6809577" y="5418035"/>
                  <a:pt x="6527120" y="5474730"/>
                  <a:pt x="6240978" y="5507272"/>
                </a:cubicBezTo>
                <a:cubicBezTo>
                  <a:pt x="5982166" y="5536509"/>
                  <a:pt x="5722845" y="5554814"/>
                  <a:pt x="5462508" y="5559010"/>
                </a:cubicBezTo>
                <a:cubicBezTo>
                  <a:pt x="5103782" y="5564730"/>
                  <a:pt x="4744928" y="5576298"/>
                  <a:pt x="4386329" y="5548839"/>
                </a:cubicBezTo>
                <a:cubicBezTo>
                  <a:pt x="4089394" y="5527103"/>
                  <a:pt x="3793960" y="5488344"/>
                  <a:pt x="3501461" y="5432782"/>
                </a:cubicBezTo>
                <a:cubicBezTo>
                  <a:pt x="3204247" y="5374930"/>
                  <a:pt x="2911229" y="5297299"/>
                  <a:pt x="2624348" y="5200409"/>
                </a:cubicBezTo>
                <a:cubicBezTo>
                  <a:pt x="2488841" y="5154775"/>
                  <a:pt x="2358417" y="5094775"/>
                  <a:pt x="2221385" y="5053589"/>
                </a:cubicBezTo>
                <a:cubicBezTo>
                  <a:pt x="1859988" y="4945157"/>
                  <a:pt x="1506856" y="4815878"/>
                  <a:pt x="1173934" y="4636388"/>
                </a:cubicBezTo>
                <a:cubicBezTo>
                  <a:pt x="900250" y="4488931"/>
                  <a:pt x="647539" y="4313508"/>
                  <a:pt x="438176" y="4080883"/>
                </a:cubicBezTo>
                <a:cubicBezTo>
                  <a:pt x="146695" y="3757114"/>
                  <a:pt x="3178" y="3378811"/>
                  <a:pt x="18687" y="2942161"/>
                </a:cubicBezTo>
                <a:cubicBezTo>
                  <a:pt x="19582" y="2904814"/>
                  <a:pt x="13236" y="2867645"/>
                  <a:pt x="0" y="2832713"/>
                </a:cubicBezTo>
                <a:lnTo>
                  <a:pt x="0" y="2747290"/>
                </a:lnTo>
                <a:cubicBezTo>
                  <a:pt x="13474" y="2720341"/>
                  <a:pt x="10296" y="2690468"/>
                  <a:pt x="14746" y="2661993"/>
                </a:cubicBezTo>
                <a:cubicBezTo>
                  <a:pt x="54533" y="2409665"/>
                  <a:pt x="152923" y="2181106"/>
                  <a:pt x="292753" y="1968947"/>
                </a:cubicBezTo>
                <a:cubicBezTo>
                  <a:pt x="464108" y="1708991"/>
                  <a:pt x="680970" y="1491747"/>
                  <a:pt x="923893" y="1299417"/>
                </a:cubicBezTo>
                <a:cubicBezTo>
                  <a:pt x="1263678" y="1030182"/>
                  <a:pt x="1638930" y="820945"/>
                  <a:pt x="2035538" y="648828"/>
                </a:cubicBezTo>
                <a:cubicBezTo>
                  <a:pt x="2521001" y="438575"/>
                  <a:pt x="3025660" y="291755"/>
                  <a:pt x="3545571" y="196289"/>
                </a:cubicBezTo>
                <a:cubicBezTo>
                  <a:pt x="4094899" y="95674"/>
                  <a:pt x="4653670" y="56116"/>
                  <a:pt x="5211705" y="78323"/>
                </a:cubicBezTo>
                <a:cubicBezTo>
                  <a:pt x="5297128" y="81756"/>
                  <a:pt x="5383313" y="88620"/>
                  <a:pt x="5467720" y="77052"/>
                </a:cubicBezTo>
                <a:cubicBezTo>
                  <a:pt x="5669076" y="49467"/>
                  <a:pt x="5870557" y="24299"/>
                  <a:pt x="6073564" y="11840"/>
                </a:cubicBezTo>
                <a:cubicBezTo>
                  <a:pt x="6195374" y="4340"/>
                  <a:pt x="6316955" y="320"/>
                  <a:pt x="6438297" y="1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6544" y="1911096"/>
            <a:ext cx="8055864" cy="2075688"/>
          </a:xfrm>
        </p:spPr>
        <p:txBody>
          <a:bodyPr anchor="b"/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C686F5F-8990-4C72-9CE5-9517854EA994}"/>
              </a:ext>
            </a:extLst>
          </p:cNvPr>
          <p:cNvSpPr/>
          <p:nvPr userDrawn="1"/>
        </p:nvSpPr>
        <p:spPr>
          <a:xfrm>
            <a:off x="3974206" y="417349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BBF36E3-BC05-42D6-BE88-CFA8276D6A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7832" y="4352544"/>
            <a:ext cx="5733288" cy="932688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1577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365125"/>
            <a:ext cx="10515600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5688"/>
            <a:ext cx="10515600" cy="41056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552069 w 10515600"/>
              <a:gd name="connsiteY1" fmla="*/ 0 h 27432"/>
              <a:gd name="connsiteX2" fmla="*/ 893826 w 10515600"/>
              <a:gd name="connsiteY2" fmla="*/ 0 h 27432"/>
              <a:gd name="connsiteX3" fmla="*/ 1761363 w 10515600"/>
              <a:gd name="connsiteY3" fmla="*/ 0 h 27432"/>
              <a:gd name="connsiteX4" fmla="*/ 2313432 w 10515600"/>
              <a:gd name="connsiteY4" fmla="*/ 0 h 27432"/>
              <a:gd name="connsiteX5" fmla="*/ 2865501 w 10515600"/>
              <a:gd name="connsiteY5" fmla="*/ 0 h 27432"/>
              <a:gd name="connsiteX6" fmla="*/ 3733038 w 10515600"/>
              <a:gd name="connsiteY6" fmla="*/ 0 h 27432"/>
              <a:gd name="connsiteX7" fmla="*/ 4179951 w 10515600"/>
              <a:gd name="connsiteY7" fmla="*/ 0 h 27432"/>
              <a:gd name="connsiteX8" fmla="*/ 5047488 w 10515600"/>
              <a:gd name="connsiteY8" fmla="*/ 0 h 27432"/>
              <a:gd name="connsiteX9" fmla="*/ 5915025 w 10515600"/>
              <a:gd name="connsiteY9" fmla="*/ 0 h 27432"/>
              <a:gd name="connsiteX10" fmla="*/ 6572250 w 10515600"/>
              <a:gd name="connsiteY10" fmla="*/ 0 h 27432"/>
              <a:gd name="connsiteX11" fmla="*/ 7439787 w 10515600"/>
              <a:gd name="connsiteY11" fmla="*/ 0 h 27432"/>
              <a:gd name="connsiteX12" fmla="*/ 7991856 w 10515600"/>
              <a:gd name="connsiteY12" fmla="*/ 0 h 27432"/>
              <a:gd name="connsiteX13" fmla="*/ 8543925 w 10515600"/>
              <a:gd name="connsiteY13" fmla="*/ 0 h 27432"/>
              <a:gd name="connsiteX14" fmla="*/ 9306306 w 10515600"/>
              <a:gd name="connsiteY14" fmla="*/ 0 h 27432"/>
              <a:gd name="connsiteX15" fmla="*/ 9858375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9753219 w 10515600"/>
              <a:gd name="connsiteY18" fmla="*/ 27432 h 27432"/>
              <a:gd name="connsiteX19" fmla="*/ 9411462 w 10515600"/>
              <a:gd name="connsiteY19" fmla="*/ 27432 h 27432"/>
              <a:gd name="connsiteX20" fmla="*/ 8964549 w 10515600"/>
              <a:gd name="connsiteY20" fmla="*/ 27432 h 27432"/>
              <a:gd name="connsiteX21" fmla="*/ 8097012 w 10515600"/>
              <a:gd name="connsiteY21" fmla="*/ 27432 h 27432"/>
              <a:gd name="connsiteX22" fmla="*/ 7439787 w 10515600"/>
              <a:gd name="connsiteY22" fmla="*/ 27432 h 27432"/>
              <a:gd name="connsiteX23" fmla="*/ 6992874 w 10515600"/>
              <a:gd name="connsiteY23" fmla="*/ 27432 h 27432"/>
              <a:gd name="connsiteX24" fmla="*/ 6335649 w 10515600"/>
              <a:gd name="connsiteY24" fmla="*/ 27432 h 27432"/>
              <a:gd name="connsiteX25" fmla="*/ 5993892 w 10515600"/>
              <a:gd name="connsiteY25" fmla="*/ 27432 h 27432"/>
              <a:gd name="connsiteX26" fmla="*/ 5652135 w 10515600"/>
              <a:gd name="connsiteY26" fmla="*/ 27432 h 27432"/>
              <a:gd name="connsiteX27" fmla="*/ 4994910 w 10515600"/>
              <a:gd name="connsiteY27" fmla="*/ 27432 h 27432"/>
              <a:gd name="connsiteX28" fmla="*/ 4547997 w 10515600"/>
              <a:gd name="connsiteY28" fmla="*/ 27432 h 27432"/>
              <a:gd name="connsiteX29" fmla="*/ 3785616 w 10515600"/>
              <a:gd name="connsiteY29" fmla="*/ 27432 h 27432"/>
              <a:gd name="connsiteX30" fmla="*/ 3338703 w 10515600"/>
              <a:gd name="connsiteY30" fmla="*/ 27432 h 27432"/>
              <a:gd name="connsiteX31" fmla="*/ 2576322 w 10515600"/>
              <a:gd name="connsiteY31" fmla="*/ 27432 h 27432"/>
              <a:gd name="connsiteX32" fmla="*/ 2234565 w 10515600"/>
              <a:gd name="connsiteY32" fmla="*/ 27432 h 27432"/>
              <a:gd name="connsiteX33" fmla="*/ 1472184 w 10515600"/>
              <a:gd name="connsiteY33" fmla="*/ 27432 h 27432"/>
              <a:gd name="connsiteX34" fmla="*/ 1025271 w 10515600"/>
              <a:gd name="connsiteY34" fmla="*/ 27432 h 27432"/>
              <a:gd name="connsiteX35" fmla="*/ 683514 w 10515600"/>
              <a:gd name="connsiteY35" fmla="*/ 27432 h 27432"/>
              <a:gd name="connsiteX36" fmla="*/ 0 w 10515600"/>
              <a:gd name="connsiteY36" fmla="*/ 27432 h 27432"/>
              <a:gd name="connsiteX37" fmla="*/ 0 w 10515600"/>
              <a:gd name="connsiteY37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515600" h="27432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noFill/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438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76F9E1DA-21B7-46CB-A98B-FA0C2179E1DE}"/>
              </a:ext>
            </a:extLst>
          </p:cNvPr>
          <p:cNvSpPr/>
          <p:nvPr userDrawn="1"/>
        </p:nvSpPr>
        <p:spPr>
          <a:xfrm>
            <a:off x="0" y="1"/>
            <a:ext cx="12192000" cy="6054983"/>
          </a:xfrm>
          <a:custGeom>
            <a:avLst/>
            <a:gdLst>
              <a:gd name="connsiteX0" fmla="*/ 6788003 w 12188952"/>
              <a:gd name="connsiteY0" fmla="*/ 5986774 h 6054983"/>
              <a:gd name="connsiteX1" fmla="*/ 6787005 w 12188952"/>
              <a:gd name="connsiteY1" fmla="*/ 5986852 h 6054983"/>
              <a:gd name="connsiteX2" fmla="*/ 6786779 w 12188952"/>
              <a:gd name="connsiteY2" fmla="*/ 5987386 h 6054983"/>
              <a:gd name="connsiteX3" fmla="*/ 0 w 12188952"/>
              <a:gd name="connsiteY3" fmla="*/ 0 h 6054983"/>
              <a:gd name="connsiteX4" fmla="*/ 12188952 w 12188952"/>
              <a:gd name="connsiteY4" fmla="*/ 0 h 6054983"/>
              <a:gd name="connsiteX5" fmla="*/ 12188952 w 12188952"/>
              <a:gd name="connsiteY5" fmla="*/ 5092539 h 6054983"/>
              <a:gd name="connsiteX6" fmla="*/ 12058081 w 12188952"/>
              <a:gd name="connsiteY6" fmla="*/ 5131579 h 6054983"/>
              <a:gd name="connsiteX7" fmla="*/ 11673881 w 12188952"/>
              <a:gd name="connsiteY7" fmla="*/ 5235154 h 6054983"/>
              <a:gd name="connsiteX8" fmla="*/ 10422749 w 12188952"/>
              <a:gd name="connsiteY8" fmla="*/ 5518693 h 6054983"/>
              <a:gd name="connsiteX9" fmla="*/ 9421666 w 12188952"/>
              <a:gd name="connsiteY9" fmla="*/ 5693855 h 6054983"/>
              <a:gd name="connsiteX10" fmla="*/ 8456304 w 12188952"/>
              <a:gd name="connsiteY10" fmla="*/ 5827556 h 6054983"/>
              <a:gd name="connsiteX11" fmla="*/ 7714041 w 12188952"/>
              <a:gd name="connsiteY11" fmla="*/ 5907503 h 6054983"/>
              <a:gd name="connsiteX12" fmla="*/ 6949978 w 12188952"/>
              <a:gd name="connsiteY12" fmla="*/ 5973283 h 6054983"/>
              <a:gd name="connsiteX13" fmla="*/ 6934569 w 12188952"/>
              <a:gd name="connsiteY13" fmla="*/ 5975354 h 6054983"/>
              <a:gd name="connsiteX14" fmla="*/ 6788750 w 12188952"/>
              <a:gd name="connsiteY14" fmla="*/ 5986715 h 6054983"/>
              <a:gd name="connsiteX15" fmla="*/ 6798241 w 12188952"/>
              <a:gd name="connsiteY15" fmla="*/ 5988535 h 6054983"/>
              <a:gd name="connsiteX16" fmla="*/ 6833723 w 12188952"/>
              <a:gd name="connsiteY16" fmla="*/ 5986828 h 6054983"/>
              <a:gd name="connsiteX17" fmla="*/ 6882282 w 12188952"/>
              <a:gd name="connsiteY17" fmla="*/ 5983850 h 6054983"/>
              <a:gd name="connsiteX18" fmla="*/ 7576876 w 12188952"/>
              <a:gd name="connsiteY18" fmla="*/ 5951323 h 6054983"/>
              <a:gd name="connsiteX19" fmla="*/ 8621689 w 12188952"/>
              <a:gd name="connsiteY19" fmla="*/ 5864426 h 6054983"/>
              <a:gd name="connsiteX20" fmla="*/ 9477600 w 12188952"/>
              <a:gd name="connsiteY20" fmla="*/ 5760520 h 6054983"/>
              <a:gd name="connsiteX21" fmla="*/ 10626651 w 12188952"/>
              <a:gd name="connsiteY21" fmla="*/ 5566363 h 6054983"/>
              <a:gd name="connsiteX22" fmla="*/ 11995498 w 12188952"/>
              <a:gd name="connsiteY22" fmla="*/ 5240369 h 6054983"/>
              <a:gd name="connsiteX23" fmla="*/ 12188952 w 12188952"/>
              <a:gd name="connsiteY23" fmla="*/ 5183370 h 6054983"/>
              <a:gd name="connsiteX24" fmla="*/ 12188952 w 12188952"/>
              <a:gd name="connsiteY24" fmla="*/ 5238107 h 6054983"/>
              <a:gd name="connsiteX25" fmla="*/ 11826300 w 12188952"/>
              <a:gd name="connsiteY25" fmla="*/ 5343406 h 6054983"/>
              <a:gd name="connsiteX26" fmla="*/ 10936448 w 12188952"/>
              <a:gd name="connsiteY26" fmla="*/ 5557921 h 6054983"/>
              <a:gd name="connsiteX27" fmla="*/ 9983034 w 12188952"/>
              <a:gd name="connsiteY27" fmla="*/ 5737926 h 6054983"/>
              <a:gd name="connsiteX28" fmla="*/ 9184585 w 12188952"/>
              <a:gd name="connsiteY28" fmla="*/ 5853873 h 6054983"/>
              <a:gd name="connsiteX29" fmla="*/ 8576053 w 12188952"/>
              <a:gd name="connsiteY29" fmla="*/ 5923392 h 6054983"/>
              <a:gd name="connsiteX30" fmla="*/ 7862392 w 12188952"/>
              <a:gd name="connsiteY30" fmla="*/ 5984843 h 6054983"/>
              <a:gd name="connsiteX31" fmla="*/ 6933768 w 12188952"/>
              <a:gd name="connsiteY31" fmla="*/ 6036237 h 6054983"/>
              <a:gd name="connsiteX32" fmla="*/ 6476130 w 12188952"/>
              <a:gd name="connsiteY32" fmla="*/ 6050140 h 6054983"/>
              <a:gd name="connsiteX33" fmla="*/ 6360703 w 12188952"/>
              <a:gd name="connsiteY33" fmla="*/ 6054983 h 6054983"/>
              <a:gd name="connsiteX34" fmla="*/ 6055614 w 12188952"/>
              <a:gd name="connsiteY34" fmla="*/ 6054983 h 6054983"/>
              <a:gd name="connsiteX35" fmla="*/ 5976289 w 12188952"/>
              <a:gd name="connsiteY35" fmla="*/ 6050389 h 6054983"/>
              <a:gd name="connsiteX36" fmla="*/ 5263770 w 12188952"/>
              <a:gd name="connsiteY36" fmla="*/ 6014140 h 6054983"/>
              <a:gd name="connsiteX37" fmla="*/ 4345190 w 12188952"/>
              <a:gd name="connsiteY37" fmla="*/ 5952070 h 6054983"/>
              <a:gd name="connsiteX38" fmla="*/ 3372201 w 12188952"/>
              <a:gd name="connsiteY38" fmla="*/ 5853501 h 6054983"/>
              <a:gd name="connsiteX39" fmla="*/ 2361582 w 12188952"/>
              <a:gd name="connsiteY39" fmla="*/ 5734574 h 6054983"/>
              <a:gd name="connsiteX40" fmla="*/ 1232869 w 12188952"/>
              <a:gd name="connsiteY40" fmla="*/ 5561398 h 6054983"/>
              <a:gd name="connsiteX41" fmla="*/ 68483 w 12188952"/>
              <a:gd name="connsiteY41" fmla="*/ 5321691 h 6054983"/>
              <a:gd name="connsiteX42" fmla="*/ 0 w 12188952"/>
              <a:gd name="connsiteY42" fmla="*/ 5304336 h 6054983"/>
              <a:gd name="connsiteX43" fmla="*/ 0 w 12188952"/>
              <a:gd name="connsiteY43" fmla="*/ 5247847 h 6054983"/>
              <a:gd name="connsiteX44" fmla="*/ 72423 w 12188952"/>
              <a:gd name="connsiteY44" fmla="*/ 5266624 h 6054983"/>
              <a:gd name="connsiteX45" fmla="*/ 600566 w 12188952"/>
              <a:gd name="connsiteY45" fmla="*/ 5384994 h 6054983"/>
              <a:gd name="connsiteX46" fmla="*/ 1769069 w 12188952"/>
              <a:gd name="connsiteY46" fmla="*/ 5595162 h 6054983"/>
              <a:gd name="connsiteX47" fmla="*/ 2612900 w 12188952"/>
              <a:gd name="connsiteY47" fmla="*/ 5712104 h 6054983"/>
              <a:gd name="connsiteX48" fmla="*/ 2580488 w 12188952"/>
              <a:gd name="connsiteY48" fmla="*/ 5702173 h 6054983"/>
              <a:gd name="connsiteX49" fmla="*/ 1112357 w 12188952"/>
              <a:gd name="connsiteY49" fmla="*/ 5369476 h 6054983"/>
              <a:gd name="connsiteX50" fmla="*/ 420307 w 12188952"/>
              <a:gd name="connsiteY50" fmla="*/ 5170043 h 6054983"/>
              <a:gd name="connsiteX51" fmla="*/ 0 w 12188952"/>
              <a:gd name="connsiteY51" fmla="*/ 5031126 h 60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88952" h="6054983">
                <a:moveTo>
                  <a:pt x="6788003" y="5986774"/>
                </a:moveTo>
                <a:lnTo>
                  <a:pt x="6787005" y="5986852"/>
                </a:lnTo>
                <a:lnTo>
                  <a:pt x="6786779" y="5987386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5092539"/>
                </a:lnTo>
                <a:lnTo>
                  <a:pt x="12058081" y="5131579"/>
                </a:lnTo>
                <a:cubicBezTo>
                  <a:pt x="11930517" y="5167793"/>
                  <a:pt x="11802439" y="5202322"/>
                  <a:pt x="11673881" y="5235154"/>
                </a:cubicBezTo>
                <a:cubicBezTo>
                  <a:pt x="11259973" y="5342661"/>
                  <a:pt x="10842632" y="5436263"/>
                  <a:pt x="10422749" y="5518693"/>
                </a:cubicBezTo>
                <a:cubicBezTo>
                  <a:pt x="10090287" y="5583904"/>
                  <a:pt x="9756593" y="5642301"/>
                  <a:pt x="9421666" y="5693855"/>
                </a:cubicBezTo>
                <a:cubicBezTo>
                  <a:pt x="9100721" y="5743512"/>
                  <a:pt x="8778938" y="5788079"/>
                  <a:pt x="8456304" y="5827556"/>
                </a:cubicBezTo>
                <a:cubicBezTo>
                  <a:pt x="8209307" y="5857722"/>
                  <a:pt x="7961801" y="5883295"/>
                  <a:pt x="7714041" y="5907503"/>
                </a:cubicBezTo>
                <a:lnTo>
                  <a:pt x="6949978" y="5973283"/>
                </a:lnTo>
                <a:lnTo>
                  <a:pt x="6934569" y="5975354"/>
                </a:lnTo>
                <a:lnTo>
                  <a:pt x="6788750" y="5986715"/>
                </a:lnTo>
                <a:lnTo>
                  <a:pt x="6798241" y="5988535"/>
                </a:lnTo>
                <a:cubicBezTo>
                  <a:pt x="6809920" y="5989001"/>
                  <a:pt x="6822028" y="5986828"/>
                  <a:pt x="6833723" y="5986828"/>
                </a:cubicBezTo>
                <a:cubicBezTo>
                  <a:pt x="6849867" y="5986828"/>
                  <a:pt x="6866012" y="5984221"/>
                  <a:pt x="6882282" y="5983850"/>
                </a:cubicBezTo>
                <a:cubicBezTo>
                  <a:pt x="7114026" y="5978388"/>
                  <a:pt x="7345514" y="5966221"/>
                  <a:pt x="7576876" y="5951323"/>
                </a:cubicBezTo>
                <a:cubicBezTo>
                  <a:pt x="7925570" y="5928855"/>
                  <a:pt x="8274011" y="5900676"/>
                  <a:pt x="8621689" y="5864426"/>
                </a:cubicBezTo>
                <a:cubicBezTo>
                  <a:pt x="8907712" y="5835128"/>
                  <a:pt x="9193011" y="5800493"/>
                  <a:pt x="9477600" y="5760520"/>
                </a:cubicBezTo>
                <a:cubicBezTo>
                  <a:pt x="9862435" y="5706146"/>
                  <a:pt x="10245452" y="5641432"/>
                  <a:pt x="10626651" y="5566363"/>
                </a:cubicBezTo>
                <a:cubicBezTo>
                  <a:pt x="11087341" y="5475243"/>
                  <a:pt x="11544088" y="5367737"/>
                  <a:pt x="11995498" y="5240369"/>
                </a:cubicBezTo>
                <a:lnTo>
                  <a:pt x="12188952" y="5183370"/>
                </a:lnTo>
                <a:lnTo>
                  <a:pt x="12188952" y="5238107"/>
                </a:lnTo>
                <a:lnTo>
                  <a:pt x="11826300" y="5343406"/>
                </a:lnTo>
                <a:cubicBezTo>
                  <a:pt x="11531885" y="5423103"/>
                  <a:pt x="11235310" y="5493989"/>
                  <a:pt x="10936448" y="5557921"/>
                </a:cubicBezTo>
                <a:cubicBezTo>
                  <a:pt x="10620168" y="5625703"/>
                  <a:pt x="10302365" y="5685700"/>
                  <a:pt x="9983034" y="5737926"/>
                </a:cubicBezTo>
                <a:cubicBezTo>
                  <a:pt x="9717606" y="5781375"/>
                  <a:pt x="9451451" y="5820020"/>
                  <a:pt x="9184585" y="5853873"/>
                </a:cubicBezTo>
                <a:cubicBezTo>
                  <a:pt x="8981951" y="5879447"/>
                  <a:pt x="8779319" y="5903530"/>
                  <a:pt x="8576053" y="5923392"/>
                </a:cubicBezTo>
                <a:cubicBezTo>
                  <a:pt x="8338462" y="5946112"/>
                  <a:pt x="8100618" y="5967587"/>
                  <a:pt x="7862392" y="5984843"/>
                </a:cubicBezTo>
                <a:cubicBezTo>
                  <a:pt x="7553105" y="6007187"/>
                  <a:pt x="7243690" y="6025065"/>
                  <a:pt x="6933768" y="6036237"/>
                </a:cubicBezTo>
                <a:cubicBezTo>
                  <a:pt x="6781221" y="6041700"/>
                  <a:pt x="6628676" y="6045548"/>
                  <a:pt x="6476130" y="6050140"/>
                </a:cubicBezTo>
                <a:cubicBezTo>
                  <a:pt x="6437585" y="6048056"/>
                  <a:pt x="6398929" y="6049681"/>
                  <a:pt x="6360703" y="6054983"/>
                </a:cubicBezTo>
                <a:lnTo>
                  <a:pt x="6055614" y="6054983"/>
                </a:lnTo>
                <a:lnTo>
                  <a:pt x="5976289" y="6050389"/>
                </a:lnTo>
                <a:cubicBezTo>
                  <a:pt x="5738826" y="6037976"/>
                  <a:pt x="5501363" y="6024197"/>
                  <a:pt x="5263770" y="6014140"/>
                </a:cubicBezTo>
                <a:cubicBezTo>
                  <a:pt x="4957027" y="6001724"/>
                  <a:pt x="4650663" y="5981244"/>
                  <a:pt x="4345190" y="5952070"/>
                </a:cubicBezTo>
                <a:cubicBezTo>
                  <a:pt x="4020648" y="5921158"/>
                  <a:pt x="3696870" y="5886523"/>
                  <a:pt x="3372201" y="5853501"/>
                </a:cubicBezTo>
                <a:cubicBezTo>
                  <a:pt x="3034653" y="5819239"/>
                  <a:pt x="2697781" y="5779600"/>
                  <a:pt x="2361582" y="5734574"/>
                </a:cubicBezTo>
                <a:cubicBezTo>
                  <a:pt x="1984196" y="5684421"/>
                  <a:pt x="1607962" y="5626695"/>
                  <a:pt x="1232869" y="5561398"/>
                </a:cubicBezTo>
                <a:cubicBezTo>
                  <a:pt x="841970" y="5492685"/>
                  <a:pt x="453644" y="5414197"/>
                  <a:pt x="68483" y="5321691"/>
                </a:cubicBezTo>
                <a:lnTo>
                  <a:pt x="0" y="5304336"/>
                </a:lnTo>
                <a:lnTo>
                  <a:pt x="0" y="5247847"/>
                </a:lnTo>
                <a:lnTo>
                  <a:pt x="72423" y="5266624"/>
                </a:lnTo>
                <a:cubicBezTo>
                  <a:pt x="247899" y="5308802"/>
                  <a:pt x="424058" y="5348062"/>
                  <a:pt x="600566" y="5384994"/>
                </a:cubicBezTo>
                <a:cubicBezTo>
                  <a:pt x="988032" y="5465808"/>
                  <a:pt x="1377788" y="5534706"/>
                  <a:pt x="1769069" y="5595162"/>
                </a:cubicBezTo>
                <a:cubicBezTo>
                  <a:pt x="2051913" y="5638738"/>
                  <a:pt x="2335141" y="5678835"/>
                  <a:pt x="2612900" y="5712104"/>
                </a:cubicBezTo>
                <a:cubicBezTo>
                  <a:pt x="2604892" y="5714711"/>
                  <a:pt x="2593962" y="5704655"/>
                  <a:pt x="2580488" y="5702173"/>
                </a:cubicBezTo>
                <a:cubicBezTo>
                  <a:pt x="2086656" y="5610221"/>
                  <a:pt x="1597284" y="5499328"/>
                  <a:pt x="1112357" y="5369476"/>
                </a:cubicBezTo>
                <a:cubicBezTo>
                  <a:pt x="880233" y="5307405"/>
                  <a:pt x="649550" y="5240927"/>
                  <a:pt x="420307" y="5170043"/>
                </a:cubicBezTo>
                <a:lnTo>
                  <a:pt x="0" y="50311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048" y="932688"/>
            <a:ext cx="9144000" cy="2523744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74AF53-8E5D-4CC4-B341-32DDBD4237D3}"/>
              </a:ext>
            </a:extLst>
          </p:cNvPr>
          <p:cNvSpPr/>
          <p:nvPr userDrawn="1"/>
        </p:nvSpPr>
        <p:spPr>
          <a:xfrm>
            <a:off x="3974206" y="3542284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9470D2B-C603-4551-B51F-8216C72B2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7048" y="3694176"/>
            <a:ext cx="9144000" cy="1627632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44367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CD35F50-8168-4166-90C4-6A55BA443EB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32109" y="3063095"/>
            <a:ext cx="1463039" cy="1479810"/>
          </a:xfrm>
          <a:custGeom>
            <a:avLst/>
            <a:gdLst>
              <a:gd name="connsiteX0" fmla="*/ 866622 w 1463039"/>
              <a:gd name="connsiteY0" fmla="*/ 571 h 1479810"/>
              <a:gd name="connsiteX1" fmla="*/ 964706 w 1463039"/>
              <a:gd name="connsiteY1" fmla="*/ 8669 h 1479810"/>
              <a:gd name="connsiteX2" fmla="*/ 1111825 w 1463039"/>
              <a:gd name="connsiteY2" fmla="*/ 8366 h 1479810"/>
              <a:gd name="connsiteX3" fmla="*/ 1290055 w 1463039"/>
              <a:gd name="connsiteY3" fmla="*/ 8730 h 1479810"/>
              <a:gd name="connsiteX4" fmla="*/ 1417397 w 1463039"/>
              <a:gd name="connsiteY4" fmla="*/ 6608 h 1479810"/>
              <a:gd name="connsiteX5" fmla="*/ 1454473 w 1463039"/>
              <a:gd name="connsiteY5" fmla="*/ 5290 h 1479810"/>
              <a:gd name="connsiteX6" fmla="*/ 1449518 w 1463039"/>
              <a:gd name="connsiteY6" fmla="*/ 94305 h 1479810"/>
              <a:gd name="connsiteX7" fmla="*/ 1454054 w 1463039"/>
              <a:gd name="connsiteY7" fmla="*/ 198723 h 1479810"/>
              <a:gd name="connsiteX8" fmla="*/ 1456615 w 1463039"/>
              <a:gd name="connsiteY8" fmla="*/ 391199 h 1479810"/>
              <a:gd name="connsiteX9" fmla="*/ 1452607 w 1463039"/>
              <a:gd name="connsiteY9" fmla="*/ 565102 h 1479810"/>
              <a:gd name="connsiteX10" fmla="*/ 1461012 w 1463039"/>
              <a:gd name="connsiteY10" fmla="*/ 624834 h 1479810"/>
              <a:gd name="connsiteX11" fmla="*/ 1451383 w 1463039"/>
              <a:gd name="connsiteY11" fmla="*/ 907022 h 1479810"/>
              <a:gd name="connsiteX12" fmla="*/ 1452663 w 1463039"/>
              <a:gd name="connsiteY12" fmla="*/ 1009694 h 1479810"/>
              <a:gd name="connsiteX13" fmla="*/ 1456002 w 1463039"/>
              <a:gd name="connsiteY13" fmla="*/ 1096988 h 1479810"/>
              <a:gd name="connsiteX14" fmla="*/ 1453720 w 1463039"/>
              <a:gd name="connsiteY14" fmla="*/ 1174562 h 1479810"/>
              <a:gd name="connsiteX15" fmla="*/ 1461722 w 1463039"/>
              <a:gd name="connsiteY15" fmla="*/ 1280018 h 1479810"/>
              <a:gd name="connsiteX16" fmla="*/ 1463039 w 1463039"/>
              <a:gd name="connsiteY16" fmla="*/ 1330769 h 1479810"/>
              <a:gd name="connsiteX17" fmla="*/ 1463039 w 1463039"/>
              <a:gd name="connsiteY17" fmla="*/ 1433804 h 1479810"/>
              <a:gd name="connsiteX18" fmla="*/ 1458897 w 1463039"/>
              <a:gd name="connsiteY18" fmla="*/ 1471900 h 1479810"/>
              <a:gd name="connsiteX19" fmla="*/ 1458306 w 1463039"/>
              <a:gd name="connsiteY19" fmla="*/ 1476109 h 1479810"/>
              <a:gd name="connsiteX20" fmla="*/ 1456251 w 1463039"/>
              <a:gd name="connsiteY20" fmla="*/ 1476006 h 1479810"/>
              <a:gd name="connsiteX21" fmla="*/ 1358699 w 1463039"/>
              <a:gd name="connsiteY21" fmla="*/ 1478795 h 1479810"/>
              <a:gd name="connsiteX22" fmla="*/ 1337088 w 1463039"/>
              <a:gd name="connsiteY22" fmla="*/ 1479810 h 1479810"/>
              <a:gd name="connsiteX23" fmla="*/ 1199842 w 1463039"/>
              <a:gd name="connsiteY23" fmla="*/ 1479810 h 1479810"/>
              <a:gd name="connsiteX24" fmla="*/ 1178285 w 1463039"/>
              <a:gd name="connsiteY24" fmla="*/ 1478795 h 1479810"/>
              <a:gd name="connsiteX25" fmla="*/ 859950 w 1463039"/>
              <a:gd name="connsiteY25" fmla="*/ 1471898 h 1479810"/>
              <a:gd name="connsiteX26" fmla="*/ 711774 w 1463039"/>
              <a:gd name="connsiteY26" fmla="*/ 1479810 h 1479810"/>
              <a:gd name="connsiteX27" fmla="*/ 637511 w 1463039"/>
              <a:gd name="connsiteY27" fmla="*/ 1479810 h 1479810"/>
              <a:gd name="connsiteX28" fmla="*/ 500700 w 1463039"/>
              <a:gd name="connsiteY28" fmla="*/ 1474455 h 1479810"/>
              <a:gd name="connsiteX29" fmla="*/ 234328 w 1463039"/>
              <a:gd name="connsiteY29" fmla="*/ 1468257 h 1479810"/>
              <a:gd name="connsiteX30" fmla="*/ 183686 w 1463039"/>
              <a:gd name="connsiteY30" fmla="*/ 1476228 h 1479810"/>
              <a:gd name="connsiteX31" fmla="*/ 157756 w 1463039"/>
              <a:gd name="connsiteY31" fmla="*/ 1479810 h 1479810"/>
              <a:gd name="connsiteX32" fmla="*/ 13214 w 1463039"/>
              <a:gd name="connsiteY32" fmla="*/ 1479810 h 1479810"/>
              <a:gd name="connsiteX33" fmla="*/ 15315 w 1463039"/>
              <a:gd name="connsiteY33" fmla="*/ 1462749 h 1479810"/>
              <a:gd name="connsiteX34" fmla="*/ 11891 w 1463039"/>
              <a:gd name="connsiteY34" fmla="*/ 1410409 h 1479810"/>
              <a:gd name="connsiteX35" fmla="*/ 6411 w 1463039"/>
              <a:gd name="connsiteY35" fmla="*/ 1244508 h 1479810"/>
              <a:gd name="connsiteX36" fmla="*/ 6849 w 1463039"/>
              <a:gd name="connsiteY36" fmla="*/ 1119455 h 1479810"/>
              <a:gd name="connsiteX37" fmla="*/ 6849 w 1463039"/>
              <a:gd name="connsiteY37" fmla="*/ 1060773 h 1479810"/>
              <a:gd name="connsiteX38" fmla="*/ 9698 w 1463039"/>
              <a:gd name="connsiteY38" fmla="*/ 982321 h 1479810"/>
              <a:gd name="connsiteX39" fmla="*/ 4219 w 1463039"/>
              <a:gd name="connsiteY39" fmla="*/ 947592 h 1479810"/>
              <a:gd name="connsiteX40" fmla="*/ 6903 w 1463039"/>
              <a:gd name="connsiteY40" fmla="*/ 858680 h 1479810"/>
              <a:gd name="connsiteX41" fmla="*/ 9808 w 1463039"/>
              <a:gd name="connsiteY41" fmla="*/ 755960 h 1479810"/>
              <a:gd name="connsiteX42" fmla="*/ 10247 w 1463039"/>
              <a:gd name="connsiteY42" fmla="*/ 673166 h 1479810"/>
              <a:gd name="connsiteX43" fmla="*/ 11452 w 1463039"/>
              <a:gd name="connsiteY43" fmla="*/ 516733 h 1479810"/>
              <a:gd name="connsiteX44" fmla="*/ 10465 w 1463039"/>
              <a:gd name="connsiteY44" fmla="*/ 425571 h 1479810"/>
              <a:gd name="connsiteX45" fmla="*/ 10465 w 1463039"/>
              <a:gd name="connsiteY45" fmla="*/ 216366 h 1479810"/>
              <a:gd name="connsiteX46" fmla="*/ 10795 w 1463039"/>
              <a:gd name="connsiteY46" fmla="*/ 104023 h 1479810"/>
              <a:gd name="connsiteX47" fmla="*/ 3534 w 1463039"/>
              <a:gd name="connsiteY47" fmla="*/ 20936 h 1479810"/>
              <a:gd name="connsiteX48" fmla="*/ 3924 w 1463039"/>
              <a:gd name="connsiteY48" fmla="*/ 8444 h 1479810"/>
              <a:gd name="connsiteX49" fmla="*/ 72291 w 1463039"/>
              <a:gd name="connsiteY49" fmla="*/ 7146 h 1479810"/>
              <a:gd name="connsiteX50" fmla="*/ 231770 w 1463039"/>
              <a:gd name="connsiteY50" fmla="*/ 4001 h 1479810"/>
              <a:gd name="connsiteX51" fmla="*/ 364602 w 1463039"/>
              <a:gd name="connsiteY51" fmla="*/ 11882 h 1479810"/>
              <a:gd name="connsiteX52" fmla="*/ 768233 w 1463039"/>
              <a:gd name="connsiteY52" fmla="*/ 2061 h 1479810"/>
              <a:gd name="connsiteX53" fmla="*/ 866622 w 1463039"/>
              <a:gd name="connsiteY53" fmla="*/ 571 h 147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463039" h="1479810">
                <a:moveTo>
                  <a:pt x="866622" y="571"/>
                </a:moveTo>
                <a:cubicBezTo>
                  <a:pt x="899405" y="1673"/>
                  <a:pt x="932136" y="4374"/>
                  <a:pt x="964706" y="8669"/>
                </a:cubicBezTo>
                <a:cubicBezTo>
                  <a:pt x="1013529" y="15823"/>
                  <a:pt x="1062766" y="11397"/>
                  <a:pt x="1111825" y="8366"/>
                </a:cubicBezTo>
                <a:cubicBezTo>
                  <a:pt x="1171216" y="4668"/>
                  <a:pt x="1230547" y="2667"/>
                  <a:pt x="1290055" y="8730"/>
                </a:cubicBezTo>
                <a:cubicBezTo>
                  <a:pt x="1332384" y="13094"/>
                  <a:pt x="1374949" y="9033"/>
                  <a:pt x="1417397" y="6608"/>
                </a:cubicBezTo>
                <a:lnTo>
                  <a:pt x="1454473" y="5290"/>
                </a:lnTo>
                <a:lnTo>
                  <a:pt x="1449518" y="94305"/>
                </a:lnTo>
                <a:cubicBezTo>
                  <a:pt x="1449059" y="129134"/>
                  <a:pt x="1450325" y="163951"/>
                  <a:pt x="1454054" y="198723"/>
                </a:cubicBezTo>
                <a:cubicBezTo>
                  <a:pt x="1459999" y="262767"/>
                  <a:pt x="1460856" y="327062"/>
                  <a:pt x="1456615" y="391199"/>
                </a:cubicBezTo>
                <a:cubicBezTo>
                  <a:pt x="1453665" y="449151"/>
                  <a:pt x="1446428" y="507012"/>
                  <a:pt x="1452607" y="565102"/>
                </a:cubicBezTo>
                <a:cubicBezTo>
                  <a:pt x="1454722" y="585089"/>
                  <a:pt x="1459843" y="604710"/>
                  <a:pt x="1461012" y="624834"/>
                </a:cubicBezTo>
                <a:cubicBezTo>
                  <a:pt x="1466578" y="719110"/>
                  <a:pt x="1458229" y="813066"/>
                  <a:pt x="1451383" y="907022"/>
                </a:cubicBezTo>
                <a:cubicBezTo>
                  <a:pt x="1448878" y="941246"/>
                  <a:pt x="1445816" y="975470"/>
                  <a:pt x="1452663" y="1009694"/>
                </a:cubicBezTo>
                <a:cubicBezTo>
                  <a:pt x="1458090" y="1038574"/>
                  <a:pt x="1459209" y="1067889"/>
                  <a:pt x="1456002" y="1096988"/>
                </a:cubicBezTo>
                <a:cubicBezTo>
                  <a:pt x="1452796" y="1122760"/>
                  <a:pt x="1452034" y="1148693"/>
                  <a:pt x="1453720" y="1174562"/>
                </a:cubicBezTo>
                <a:cubicBezTo>
                  <a:pt x="1457199" y="1209699"/>
                  <a:pt x="1459899" y="1244847"/>
                  <a:pt x="1461722" y="1280018"/>
                </a:cubicBezTo>
                <a:lnTo>
                  <a:pt x="1463039" y="1330769"/>
                </a:lnTo>
                <a:lnTo>
                  <a:pt x="1463039" y="1433804"/>
                </a:lnTo>
                <a:lnTo>
                  <a:pt x="1458897" y="1471900"/>
                </a:lnTo>
                <a:lnTo>
                  <a:pt x="1458306" y="1476109"/>
                </a:lnTo>
                <a:lnTo>
                  <a:pt x="1456251" y="1476006"/>
                </a:lnTo>
                <a:cubicBezTo>
                  <a:pt x="1423775" y="1477710"/>
                  <a:pt x="1391236" y="1478252"/>
                  <a:pt x="1358699" y="1478795"/>
                </a:cubicBezTo>
                <a:lnTo>
                  <a:pt x="1337088" y="1479810"/>
                </a:lnTo>
                <a:lnTo>
                  <a:pt x="1199842" y="1479810"/>
                </a:lnTo>
                <a:lnTo>
                  <a:pt x="1178285" y="1478795"/>
                </a:lnTo>
                <a:cubicBezTo>
                  <a:pt x="1072671" y="1461942"/>
                  <a:pt x="965946" y="1459625"/>
                  <a:pt x="859950" y="1471898"/>
                </a:cubicBezTo>
                <a:lnTo>
                  <a:pt x="711774" y="1479810"/>
                </a:lnTo>
                <a:lnTo>
                  <a:pt x="637511" y="1479810"/>
                </a:lnTo>
                <a:lnTo>
                  <a:pt x="500700" y="1474455"/>
                </a:lnTo>
                <a:cubicBezTo>
                  <a:pt x="412071" y="1467172"/>
                  <a:pt x="323261" y="1461748"/>
                  <a:pt x="234328" y="1468257"/>
                </a:cubicBezTo>
                <a:cubicBezTo>
                  <a:pt x="217301" y="1469536"/>
                  <a:pt x="200486" y="1472964"/>
                  <a:pt x="183686" y="1476228"/>
                </a:cubicBezTo>
                <a:lnTo>
                  <a:pt x="157756" y="1479810"/>
                </a:lnTo>
                <a:lnTo>
                  <a:pt x="13214" y="1479810"/>
                </a:lnTo>
                <a:lnTo>
                  <a:pt x="15315" y="1462749"/>
                </a:lnTo>
                <a:cubicBezTo>
                  <a:pt x="16576" y="1445267"/>
                  <a:pt x="16192" y="1427772"/>
                  <a:pt x="11891" y="1410409"/>
                </a:cubicBezTo>
                <a:cubicBezTo>
                  <a:pt x="-1809" y="1355230"/>
                  <a:pt x="931" y="1300104"/>
                  <a:pt x="6411" y="1244508"/>
                </a:cubicBezTo>
                <a:cubicBezTo>
                  <a:pt x="10521" y="1203137"/>
                  <a:pt x="15069" y="1161296"/>
                  <a:pt x="6849" y="1119455"/>
                </a:cubicBezTo>
                <a:cubicBezTo>
                  <a:pt x="3315" y="1100041"/>
                  <a:pt x="3315" y="1080187"/>
                  <a:pt x="6849" y="1060773"/>
                </a:cubicBezTo>
                <a:cubicBezTo>
                  <a:pt x="11123" y="1034622"/>
                  <a:pt x="15178" y="1008733"/>
                  <a:pt x="9698" y="982321"/>
                </a:cubicBezTo>
                <a:cubicBezTo>
                  <a:pt x="7288" y="970815"/>
                  <a:pt x="5480" y="959204"/>
                  <a:pt x="4219" y="947592"/>
                </a:cubicBezTo>
                <a:cubicBezTo>
                  <a:pt x="1709" y="917948"/>
                  <a:pt x="2608" y="888136"/>
                  <a:pt x="6903" y="858680"/>
                </a:cubicBezTo>
                <a:cubicBezTo>
                  <a:pt x="11014" y="824475"/>
                  <a:pt x="4328" y="790061"/>
                  <a:pt x="9808" y="755960"/>
                </a:cubicBezTo>
                <a:cubicBezTo>
                  <a:pt x="13699" y="728497"/>
                  <a:pt x="13847" y="700667"/>
                  <a:pt x="10247" y="673166"/>
                </a:cubicBezTo>
                <a:cubicBezTo>
                  <a:pt x="3769" y="621179"/>
                  <a:pt x="4174" y="568621"/>
                  <a:pt x="11452" y="516733"/>
                </a:cubicBezTo>
                <a:cubicBezTo>
                  <a:pt x="15946" y="486450"/>
                  <a:pt x="18521" y="455279"/>
                  <a:pt x="10465" y="425571"/>
                </a:cubicBezTo>
                <a:cubicBezTo>
                  <a:pt x="-8495" y="355749"/>
                  <a:pt x="2575" y="285822"/>
                  <a:pt x="10465" y="216366"/>
                </a:cubicBezTo>
                <a:cubicBezTo>
                  <a:pt x="15261" y="179065"/>
                  <a:pt x="15370" y="141350"/>
                  <a:pt x="10795" y="104023"/>
                </a:cubicBezTo>
                <a:cubicBezTo>
                  <a:pt x="6734" y="76457"/>
                  <a:pt x="4312" y="48717"/>
                  <a:pt x="3534" y="20936"/>
                </a:cubicBezTo>
                <a:lnTo>
                  <a:pt x="3924" y="8444"/>
                </a:lnTo>
                <a:lnTo>
                  <a:pt x="72291" y="7146"/>
                </a:lnTo>
                <a:cubicBezTo>
                  <a:pt x="125549" y="5562"/>
                  <a:pt x="178727" y="3395"/>
                  <a:pt x="231770" y="4001"/>
                </a:cubicBezTo>
                <a:cubicBezTo>
                  <a:pt x="276048" y="4486"/>
                  <a:pt x="320207" y="13579"/>
                  <a:pt x="364602" y="11882"/>
                </a:cubicBezTo>
                <a:cubicBezTo>
                  <a:pt x="499146" y="6911"/>
                  <a:pt x="633749" y="8548"/>
                  <a:pt x="768233" y="2061"/>
                </a:cubicBezTo>
                <a:cubicBezTo>
                  <a:pt x="801007" y="-37"/>
                  <a:pt x="833840" y="-532"/>
                  <a:pt x="866622" y="571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163C3609-48D8-42DB-AD9E-61699A6F131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01259" y="3064916"/>
            <a:ext cx="1442437" cy="1477990"/>
          </a:xfrm>
          <a:custGeom>
            <a:avLst/>
            <a:gdLst>
              <a:gd name="connsiteX0" fmla="*/ 866623 w 1442437"/>
              <a:gd name="connsiteY0" fmla="*/ 571 h 1477990"/>
              <a:gd name="connsiteX1" fmla="*/ 964707 w 1442437"/>
              <a:gd name="connsiteY1" fmla="*/ 8669 h 1477990"/>
              <a:gd name="connsiteX2" fmla="*/ 1111826 w 1442437"/>
              <a:gd name="connsiteY2" fmla="*/ 8366 h 1477990"/>
              <a:gd name="connsiteX3" fmla="*/ 1290056 w 1442437"/>
              <a:gd name="connsiteY3" fmla="*/ 8730 h 1477990"/>
              <a:gd name="connsiteX4" fmla="*/ 1417398 w 1442437"/>
              <a:gd name="connsiteY4" fmla="*/ 6608 h 1477990"/>
              <a:gd name="connsiteX5" fmla="*/ 1442437 w 1442437"/>
              <a:gd name="connsiteY5" fmla="*/ 5718 h 1477990"/>
              <a:gd name="connsiteX6" fmla="*/ 1442437 w 1442437"/>
              <a:gd name="connsiteY6" fmla="*/ 1476401 h 1477990"/>
              <a:gd name="connsiteX7" fmla="*/ 1386857 w 1442437"/>
              <a:gd name="connsiteY7" fmla="*/ 1477990 h 1477990"/>
              <a:gd name="connsiteX8" fmla="*/ 1169378 w 1442437"/>
              <a:gd name="connsiteY8" fmla="*/ 1477990 h 1477990"/>
              <a:gd name="connsiteX9" fmla="*/ 1019262 w 1442437"/>
              <a:gd name="connsiteY9" fmla="*/ 1464424 h 1477990"/>
              <a:gd name="connsiteX10" fmla="*/ 859951 w 1442437"/>
              <a:gd name="connsiteY10" fmla="*/ 1471898 h 1477990"/>
              <a:gd name="connsiteX11" fmla="*/ 745859 w 1442437"/>
              <a:gd name="connsiteY11" fmla="*/ 1477990 h 1477990"/>
              <a:gd name="connsiteX12" fmla="*/ 591014 w 1442437"/>
              <a:gd name="connsiteY12" fmla="*/ 1477990 h 1477990"/>
              <a:gd name="connsiteX13" fmla="*/ 500701 w 1442437"/>
              <a:gd name="connsiteY13" fmla="*/ 1474455 h 1477990"/>
              <a:gd name="connsiteX14" fmla="*/ 234329 w 1442437"/>
              <a:gd name="connsiteY14" fmla="*/ 1468257 h 1477990"/>
              <a:gd name="connsiteX15" fmla="*/ 183687 w 1442437"/>
              <a:gd name="connsiteY15" fmla="*/ 1476228 h 1477990"/>
              <a:gd name="connsiteX16" fmla="*/ 170933 w 1442437"/>
              <a:gd name="connsiteY16" fmla="*/ 1477990 h 1477990"/>
              <a:gd name="connsiteX17" fmla="*/ 13439 w 1442437"/>
              <a:gd name="connsiteY17" fmla="*/ 1477990 h 1477990"/>
              <a:gd name="connsiteX18" fmla="*/ 15316 w 1442437"/>
              <a:gd name="connsiteY18" fmla="*/ 1462749 h 1477990"/>
              <a:gd name="connsiteX19" fmla="*/ 11892 w 1442437"/>
              <a:gd name="connsiteY19" fmla="*/ 1410409 h 1477990"/>
              <a:gd name="connsiteX20" fmla="*/ 6412 w 1442437"/>
              <a:gd name="connsiteY20" fmla="*/ 1244508 h 1477990"/>
              <a:gd name="connsiteX21" fmla="*/ 6850 w 1442437"/>
              <a:gd name="connsiteY21" fmla="*/ 1119455 h 1477990"/>
              <a:gd name="connsiteX22" fmla="*/ 6850 w 1442437"/>
              <a:gd name="connsiteY22" fmla="*/ 1060773 h 1477990"/>
              <a:gd name="connsiteX23" fmla="*/ 9699 w 1442437"/>
              <a:gd name="connsiteY23" fmla="*/ 982321 h 1477990"/>
              <a:gd name="connsiteX24" fmla="*/ 4220 w 1442437"/>
              <a:gd name="connsiteY24" fmla="*/ 947592 h 1477990"/>
              <a:gd name="connsiteX25" fmla="*/ 6904 w 1442437"/>
              <a:gd name="connsiteY25" fmla="*/ 858680 h 1477990"/>
              <a:gd name="connsiteX26" fmla="*/ 9809 w 1442437"/>
              <a:gd name="connsiteY26" fmla="*/ 755960 h 1477990"/>
              <a:gd name="connsiteX27" fmla="*/ 10248 w 1442437"/>
              <a:gd name="connsiteY27" fmla="*/ 673166 h 1477990"/>
              <a:gd name="connsiteX28" fmla="*/ 11453 w 1442437"/>
              <a:gd name="connsiteY28" fmla="*/ 516733 h 1477990"/>
              <a:gd name="connsiteX29" fmla="*/ 10466 w 1442437"/>
              <a:gd name="connsiteY29" fmla="*/ 425571 h 1477990"/>
              <a:gd name="connsiteX30" fmla="*/ 10466 w 1442437"/>
              <a:gd name="connsiteY30" fmla="*/ 216366 h 1477990"/>
              <a:gd name="connsiteX31" fmla="*/ 10796 w 1442437"/>
              <a:gd name="connsiteY31" fmla="*/ 104023 h 1477990"/>
              <a:gd name="connsiteX32" fmla="*/ 3535 w 1442437"/>
              <a:gd name="connsiteY32" fmla="*/ 20936 h 1477990"/>
              <a:gd name="connsiteX33" fmla="*/ 3925 w 1442437"/>
              <a:gd name="connsiteY33" fmla="*/ 8444 h 1477990"/>
              <a:gd name="connsiteX34" fmla="*/ 72292 w 1442437"/>
              <a:gd name="connsiteY34" fmla="*/ 7146 h 1477990"/>
              <a:gd name="connsiteX35" fmla="*/ 231771 w 1442437"/>
              <a:gd name="connsiteY35" fmla="*/ 4001 h 1477990"/>
              <a:gd name="connsiteX36" fmla="*/ 364603 w 1442437"/>
              <a:gd name="connsiteY36" fmla="*/ 11882 h 1477990"/>
              <a:gd name="connsiteX37" fmla="*/ 768234 w 1442437"/>
              <a:gd name="connsiteY37" fmla="*/ 2061 h 1477990"/>
              <a:gd name="connsiteX38" fmla="*/ 866623 w 1442437"/>
              <a:gd name="connsiteY38" fmla="*/ 571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442437" h="1477990">
                <a:moveTo>
                  <a:pt x="866623" y="571"/>
                </a:moveTo>
                <a:cubicBezTo>
                  <a:pt x="899406" y="1673"/>
                  <a:pt x="932137" y="4374"/>
                  <a:pt x="964707" y="8669"/>
                </a:cubicBezTo>
                <a:cubicBezTo>
                  <a:pt x="1013530" y="15823"/>
                  <a:pt x="1062767" y="11397"/>
                  <a:pt x="1111826" y="8366"/>
                </a:cubicBezTo>
                <a:cubicBezTo>
                  <a:pt x="1171217" y="4668"/>
                  <a:pt x="1230548" y="2667"/>
                  <a:pt x="1290056" y="8730"/>
                </a:cubicBezTo>
                <a:cubicBezTo>
                  <a:pt x="1332385" y="13094"/>
                  <a:pt x="1374950" y="9033"/>
                  <a:pt x="1417398" y="6608"/>
                </a:cubicBezTo>
                <a:lnTo>
                  <a:pt x="1442437" y="5718"/>
                </a:lnTo>
                <a:lnTo>
                  <a:pt x="1442437" y="1476401"/>
                </a:lnTo>
                <a:lnTo>
                  <a:pt x="1386857" y="1477990"/>
                </a:lnTo>
                <a:lnTo>
                  <a:pt x="1169378" y="1477990"/>
                </a:lnTo>
                <a:lnTo>
                  <a:pt x="1019262" y="1464424"/>
                </a:lnTo>
                <a:cubicBezTo>
                  <a:pt x="966129" y="1463273"/>
                  <a:pt x="912949" y="1465762"/>
                  <a:pt x="859951" y="1471898"/>
                </a:cubicBezTo>
                <a:lnTo>
                  <a:pt x="745859" y="1477990"/>
                </a:lnTo>
                <a:lnTo>
                  <a:pt x="591014" y="1477990"/>
                </a:lnTo>
                <a:lnTo>
                  <a:pt x="500701" y="1474455"/>
                </a:lnTo>
                <a:cubicBezTo>
                  <a:pt x="412072" y="1467172"/>
                  <a:pt x="323262" y="1461748"/>
                  <a:pt x="234329" y="1468257"/>
                </a:cubicBezTo>
                <a:cubicBezTo>
                  <a:pt x="217302" y="1469536"/>
                  <a:pt x="200487" y="1472964"/>
                  <a:pt x="183687" y="1476228"/>
                </a:cubicBezTo>
                <a:lnTo>
                  <a:pt x="170933" y="1477990"/>
                </a:lnTo>
                <a:lnTo>
                  <a:pt x="13439" y="1477990"/>
                </a:lnTo>
                <a:lnTo>
                  <a:pt x="15316" y="1462749"/>
                </a:lnTo>
                <a:cubicBezTo>
                  <a:pt x="16577" y="1445267"/>
                  <a:pt x="16193" y="1427772"/>
                  <a:pt x="11892" y="1410409"/>
                </a:cubicBezTo>
                <a:cubicBezTo>
                  <a:pt x="-1808" y="1355230"/>
                  <a:pt x="932" y="1300104"/>
                  <a:pt x="6412" y="1244508"/>
                </a:cubicBezTo>
                <a:cubicBezTo>
                  <a:pt x="10522" y="1203137"/>
                  <a:pt x="15070" y="1161296"/>
                  <a:pt x="6850" y="1119455"/>
                </a:cubicBezTo>
                <a:cubicBezTo>
                  <a:pt x="3316" y="1100041"/>
                  <a:pt x="3316" y="1080187"/>
                  <a:pt x="6850" y="1060773"/>
                </a:cubicBezTo>
                <a:cubicBezTo>
                  <a:pt x="11124" y="1034622"/>
                  <a:pt x="15179" y="1008733"/>
                  <a:pt x="9699" y="982321"/>
                </a:cubicBezTo>
                <a:cubicBezTo>
                  <a:pt x="7289" y="970815"/>
                  <a:pt x="5481" y="959204"/>
                  <a:pt x="4220" y="947592"/>
                </a:cubicBezTo>
                <a:cubicBezTo>
                  <a:pt x="1710" y="917948"/>
                  <a:pt x="2609" y="888136"/>
                  <a:pt x="6904" y="858680"/>
                </a:cubicBezTo>
                <a:cubicBezTo>
                  <a:pt x="11015" y="824475"/>
                  <a:pt x="4329" y="790061"/>
                  <a:pt x="9809" y="755960"/>
                </a:cubicBezTo>
                <a:cubicBezTo>
                  <a:pt x="13700" y="728497"/>
                  <a:pt x="13848" y="700667"/>
                  <a:pt x="10248" y="673166"/>
                </a:cubicBezTo>
                <a:cubicBezTo>
                  <a:pt x="3770" y="621179"/>
                  <a:pt x="4175" y="568621"/>
                  <a:pt x="11453" y="516733"/>
                </a:cubicBezTo>
                <a:cubicBezTo>
                  <a:pt x="15947" y="486450"/>
                  <a:pt x="18522" y="455279"/>
                  <a:pt x="10466" y="425571"/>
                </a:cubicBezTo>
                <a:cubicBezTo>
                  <a:pt x="-8494" y="355749"/>
                  <a:pt x="2576" y="285822"/>
                  <a:pt x="10466" y="216366"/>
                </a:cubicBezTo>
                <a:cubicBezTo>
                  <a:pt x="15262" y="179065"/>
                  <a:pt x="15371" y="141350"/>
                  <a:pt x="10796" y="104023"/>
                </a:cubicBezTo>
                <a:cubicBezTo>
                  <a:pt x="6735" y="76457"/>
                  <a:pt x="4313" y="48717"/>
                  <a:pt x="3535" y="20936"/>
                </a:cubicBezTo>
                <a:lnTo>
                  <a:pt x="3925" y="8444"/>
                </a:lnTo>
                <a:lnTo>
                  <a:pt x="72292" y="7146"/>
                </a:lnTo>
                <a:cubicBezTo>
                  <a:pt x="125550" y="5562"/>
                  <a:pt x="178728" y="3395"/>
                  <a:pt x="231771" y="4001"/>
                </a:cubicBezTo>
                <a:cubicBezTo>
                  <a:pt x="276049" y="4486"/>
                  <a:pt x="320208" y="13579"/>
                  <a:pt x="364603" y="11882"/>
                </a:cubicBezTo>
                <a:cubicBezTo>
                  <a:pt x="499147" y="6911"/>
                  <a:pt x="633750" y="8548"/>
                  <a:pt x="768234" y="2061"/>
                </a:cubicBezTo>
                <a:cubicBezTo>
                  <a:pt x="801008" y="-37"/>
                  <a:pt x="833841" y="-532"/>
                  <a:pt x="866623" y="571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B03F1E7-A2BE-4059-85FC-6546945FA3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70488" y="3064916"/>
            <a:ext cx="1455507" cy="1477990"/>
          </a:xfrm>
          <a:custGeom>
            <a:avLst/>
            <a:gdLst>
              <a:gd name="connsiteX0" fmla="*/ 100458 w 1455507"/>
              <a:gd name="connsiteY0" fmla="*/ 0 h 1477990"/>
              <a:gd name="connsiteX1" fmla="*/ 258284 w 1455507"/>
              <a:gd name="connsiteY1" fmla="*/ 0 h 1477990"/>
              <a:gd name="connsiteX2" fmla="*/ 290610 w 1455507"/>
              <a:gd name="connsiteY2" fmla="*/ 2318 h 1477990"/>
              <a:gd name="connsiteX3" fmla="*/ 357070 w 1455507"/>
              <a:gd name="connsiteY3" fmla="*/ 5440 h 1477990"/>
              <a:gd name="connsiteX4" fmla="*/ 558908 w 1455507"/>
              <a:gd name="connsiteY4" fmla="*/ 1098 h 1477990"/>
              <a:gd name="connsiteX5" fmla="*/ 599348 w 1455507"/>
              <a:gd name="connsiteY5" fmla="*/ 0 h 1477990"/>
              <a:gd name="connsiteX6" fmla="*/ 930201 w 1455507"/>
              <a:gd name="connsiteY6" fmla="*/ 0 h 1477990"/>
              <a:gd name="connsiteX7" fmla="*/ 957174 w 1455507"/>
              <a:gd name="connsiteY7" fmla="*/ 2227 h 1477990"/>
              <a:gd name="connsiteX8" fmla="*/ 1104293 w 1455507"/>
              <a:gd name="connsiteY8" fmla="*/ 1924 h 1477990"/>
              <a:gd name="connsiteX9" fmla="*/ 1153561 w 1455507"/>
              <a:gd name="connsiteY9" fmla="*/ 0 h 1477990"/>
              <a:gd name="connsiteX10" fmla="*/ 1229432 w 1455507"/>
              <a:gd name="connsiteY10" fmla="*/ 0 h 1477990"/>
              <a:gd name="connsiteX11" fmla="*/ 1282523 w 1455507"/>
              <a:gd name="connsiteY11" fmla="*/ 2288 h 1477990"/>
              <a:gd name="connsiteX12" fmla="*/ 1409865 w 1455507"/>
              <a:gd name="connsiteY12" fmla="*/ 166 h 1477990"/>
              <a:gd name="connsiteX13" fmla="*/ 1414535 w 1455507"/>
              <a:gd name="connsiteY13" fmla="*/ 0 h 1477990"/>
              <a:gd name="connsiteX14" fmla="*/ 1446877 w 1455507"/>
              <a:gd name="connsiteY14" fmla="*/ 0 h 1477990"/>
              <a:gd name="connsiteX15" fmla="*/ 1441986 w 1455507"/>
              <a:gd name="connsiteY15" fmla="*/ 87863 h 1477990"/>
              <a:gd name="connsiteX16" fmla="*/ 1446522 w 1455507"/>
              <a:gd name="connsiteY16" fmla="*/ 192281 h 1477990"/>
              <a:gd name="connsiteX17" fmla="*/ 1449083 w 1455507"/>
              <a:gd name="connsiteY17" fmla="*/ 384757 h 1477990"/>
              <a:gd name="connsiteX18" fmla="*/ 1445075 w 1455507"/>
              <a:gd name="connsiteY18" fmla="*/ 558660 h 1477990"/>
              <a:gd name="connsiteX19" fmla="*/ 1453480 w 1455507"/>
              <a:gd name="connsiteY19" fmla="*/ 618392 h 1477990"/>
              <a:gd name="connsiteX20" fmla="*/ 1443851 w 1455507"/>
              <a:gd name="connsiteY20" fmla="*/ 900580 h 1477990"/>
              <a:gd name="connsiteX21" fmla="*/ 1445131 w 1455507"/>
              <a:gd name="connsiteY21" fmla="*/ 1003252 h 1477990"/>
              <a:gd name="connsiteX22" fmla="*/ 1448470 w 1455507"/>
              <a:gd name="connsiteY22" fmla="*/ 1090546 h 1477990"/>
              <a:gd name="connsiteX23" fmla="*/ 1446188 w 1455507"/>
              <a:gd name="connsiteY23" fmla="*/ 1168120 h 1477990"/>
              <a:gd name="connsiteX24" fmla="*/ 1454190 w 1455507"/>
              <a:gd name="connsiteY24" fmla="*/ 1273576 h 1477990"/>
              <a:gd name="connsiteX25" fmla="*/ 1455507 w 1455507"/>
              <a:gd name="connsiteY25" fmla="*/ 1324327 h 1477990"/>
              <a:gd name="connsiteX26" fmla="*/ 1455507 w 1455507"/>
              <a:gd name="connsiteY26" fmla="*/ 1427362 h 1477990"/>
              <a:gd name="connsiteX27" fmla="*/ 1451365 w 1455507"/>
              <a:gd name="connsiteY27" fmla="*/ 1465458 h 1477990"/>
              <a:gd name="connsiteX28" fmla="*/ 1450774 w 1455507"/>
              <a:gd name="connsiteY28" fmla="*/ 1469667 h 1477990"/>
              <a:gd name="connsiteX29" fmla="*/ 1448719 w 1455507"/>
              <a:gd name="connsiteY29" fmla="*/ 1469564 h 1477990"/>
              <a:gd name="connsiteX30" fmla="*/ 1351167 w 1455507"/>
              <a:gd name="connsiteY30" fmla="*/ 1472353 h 1477990"/>
              <a:gd name="connsiteX31" fmla="*/ 1170753 w 1455507"/>
              <a:gd name="connsiteY31" fmla="*/ 1472353 h 1477990"/>
              <a:gd name="connsiteX32" fmla="*/ 852418 w 1455507"/>
              <a:gd name="connsiteY32" fmla="*/ 1465456 h 1477990"/>
              <a:gd name="connsiteX33" fmla="*/ 493168 w 1455507"/>
              <a:gd name="connsiteY33" fmla="*/ 1468013 h 1477990"/>
              <a:gd name="connsiteX34" fmla="*/ 226796 w 1455507"/>
              <a:gd name="connsiteY34" fmla="*/ 1461815 h 1477990"/>
              <a:gd name="connsiteX35" fmla="*/ 125602 w 1455507"/>
              <a:gd name="connsiteY35" fmla="*/ 1476769 h 1477990"/>
              <a:gd name="connsiteX36" fmla="*/ 5112 w 1455507"/>
              <a:gd name="connsiteY36" fmla="*/ 1477990 h 1477990"/>
              <a:gd name="connsiteX37" fmla="*/ 7783 w 1455507"/>
              <a:gd name="connsiteY37" fmla="*/ 1456307 h 1477990"/>
              <a:gd name="connsiteX38" fmla="*/ 4359 w 1455507"/>
              <a:gd name="connsiteY38" fmla="*/ 1403967 h 1477990"/>
              <a:gd name="connsiteX39" fmla="*/ 295 w 1455507"/>
              <a:gd name="connsiteY39" fmla="*/ 1370091 h 1477990"/>
              <a:gd name="connsiteX40" fmla="*/ 295 w 1455507"/>
              <a:gd name="connsiteY40" fmla="*/ 1219835 h 1477990"/>
              <a:gd name="connsiteX41" fmla="*/ 3722 w 1455507"/>
              <a:gd name="connsiteY41" fmla="*/ 1175716 h 1477990"/>
              <a:gd name="connsiteX42" fmla="*/ 295 w 1455507"/>
              <a:gd name="connsiteY42" fmla="*/ 1126935 h 1477990"/>
              <a:gd name="connsiteX43" fmla="*/ 295 w 1455507"/>
              <a:gd name="connsiteY43" fmla="*/ 1046801 h 1477990"/>
              <a:gd name="connsiteX44" fmla="*/ 4400 w 1455507"/>
              <a:gd name="connsiteY44" fmla="*/ 1015203 h 1477990"/>
              <a:gd name="connsiteX45" fmla="*/ 2166 w 1455507"/>
              <a:gd name="connsiteY45" fmla="*/ 975879 h 1477990"/>
              <a:gd name="connsiteX46" fmla="*/ 295 w 1455507"/>
              <a:gd name="connsiteY46" fmla="*/ 964020 h 1477990"/>
              <a:gd name="connsiteX47" fmla="*/ 295 w 1455507"/>
              <a:gd name="connsiteY47" fmla="*/ 801667 h 1477990"/>
              <a:gd name="connsiteX48" fmla="*/ 310 w 1455507"/>
              <a:gd name="connsiteY48" fmla="*/ 800839 h 1477990"/>
              <a:gd name="connsiteX49" fmla="*/ 2276 w 1455507"/>
              <a:gd name="connsiteY49" fmla="*/ 749518 h 1477990"/>
              <a:gd name="connsiteX50" fmla="*/ 2715 w 1455507"/>
              <a:gd name="connsiteY50" fmla="*/ 666724 h 1477990"/>
              <a:gd name="connsiteX51" fmla="*/ 295 w 1455507"/>
              <a:gd name="connsiteY51" fmla="*/ 625158 h 1477990"/>
              <a:gd name="connsiteX52" fmla="*/ 295 w 1455507"/>
              <a:gd name="connsiteY52" fmla="*/ 559484 h 1477990"/>
              <a:gd name="connsiteX53" fmla="*/ 3920 w 1455507"/>
              <a:gd name="connsiteY53" fmla="*/ 510291 h 1477990"/>
              <a:gd name="connsiteX54" fmla="*/ 2933 w 1455507"/>
              <a:gd name="connsiteY54" fmla="*/ 419129 h 1477990"/>
              <a:gd name="connsiteX55" fmla="*/ 295 w 1455507"/>
              <a:gd name="connsiteY55" fmla="*/ 403959 h 1477990"/>
              <a:gd name="connsiteX56" fmla="*/ 295 w 1455507"/>
              <a:gd name="connsiteY56" fmla="*/ 237294 h 1477990"/>
              <a:gd name="connsiteX57" fmla="*/ 2933 w 1455507"/>
              <a:gd name="connsiteY57" fmla="*/ 209924 h 1477990"/>
              <a:gd name="connsiteX58" fmla="*/ 3263 w 1455507"/>
              <a:gd name="connsiteY58" fmla="*/ 97581 h 1477990"/>
              <a:gd name="connsiteX59" fmla="*/ 295 w 1455507"/>
              <a:gd name="connsiteY59" fmla="*/ 63619 h 1477990"/>
              <a:gd name="connsiteX60" fmla="*/ 295 w 1455507"/>
              <a:gd name="connsiteY60" fmla="*/ 1928 h 1477990"/>
              <a:gd name="connsiteX61" fmla="*/ 64759 w 1455507"/>
              <a:gd name="connsiteY61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455507" h="1477990">
                <a:moveTo>
                  <a:pt x="100458" y="0"/>
                </a:moveTo>
                <a:lnTo>
                  <a:pt x="258284" y="0"/>
                </a:lnTo>
                <a:lnTo>
                  <a:pt x="290610" y="2318"/>
                </a:lnTo>
                <a:cubicBezTo>
                  <a:pt x="312734" y="4440"/>
                  <a:pt x="334873" y="6289"/>
                  <a:pt x="357070" y="5440"/>
                </a:cubicBezTo>
                <a:cubicBezTo>
                  <a:pt x="424342" y="2955"/>
                  <a:pt x="491629" y="2121"/>
                  <a:pt x="558908" y="1098"/>
                </a:cubicBezTo>
                <a:lnTo>
                  <a:pt x="599348" y="0"/>
                </a:lnTo>
                <a:lnTo>
                  <a:pt x="930201" y="0"/>
                </a:lnTo>
                <a:lnTo>
                  <a:pt x="957174" y="2227"/>
                </a:lnTo>
                <a:cubicBezTo>
                  <a:pt x="1005997" y="9381"/>
                  <a:pt x="1055234" y="4955"/>
                  <a:pt x="1104293" y="1924"/>
                </a:cubicBezTo>
                <a:lnTo>
                  <a:pt x="1153561" y="0"/>
                </a:lnTo>
                <a:lnTo>
                  <a:pt x="1229432" y="0"/>
                </a:lnTo>
                <a:lnTo>
                  <a:pt x="1282523" y="2288"/>
                </a:lnTo>
                <a:cubicBezTo>
                  <a:pt x="1324852" y="6652"/>
                  <a:pt x="1367417" y="2591"/>
                  <a:pt x="1409865" y="166"/>
                </a:cubicBezTo>
                <a:lnTo>
                  <a:pt x="1414535" y="0"/>
                </a:lnTo>
                <a:lnTo>
                  <a:pt x="1446877" y="0"/>
                </a:lnTo>
                <a:lnTo>
                  <a:pt x="1441986" y="87863"/>
                </a:lnTo>
                <a:cubicBezTo>
                  <a:pt x="1441527" y="122692"/>
                  <a:pt x="1442793" y="157509"/>
                  <a:pt x="1446522" y="192281"/>
                </a:cubicBezTo>
                <a:cubicBezTo>
                  <a:pt x="1452467" y="256325"/>
                  <a:pt x="1453324" y="320620"/>
                  <a:pt x="1449083" y="384757"/>
                </a:cubicBezTo>
                <a:cubicBezTo>
                  <a:pt x="1446133" y="442709"/>
                  <a:pt x="1438896" y="500570"/>
                  <a:pt x="1445075" y="558660"/>
                </a:cubicBezTo>
                <a:cubicBezTo>
                  <a:pt x="1447190" y="578647"/>
                  <a:pt x="1452311" y="598268"/>
                  <a:pt x="1453480" y="618392"/>
                </a:cubicBezTo>
                <a:cubicBezTo>
                  <a:pt x="1459046" y="712668"/>
                  <a:pt x="1450697" y="806624"/>
                  <a:pt x="1443851" y="900580"/>
                </a:cubicBezTo>
                <a:cubicBezTo>
                  <a:pt x="1441346" y="934804"/>
                  <a:pt x="1438284" y="969028"/>
                  <a:pt x="1445131" y="1003252"/>
                </a:cubicBezTo>
                <a:cubicBezTo>
                  <a:pt x="1450558" y="1032132"/>
                  <a:pt x="1451677" y="1061447"/>
                  <a:pt x="1448470" y="1090546"/>
                </a:cubicBezTo>
                <a:cubicBezTo>
                  <a:pt x="1445264" y="1116318"/>
                  <a:pt x="1444502" y="1142251"/>
                  <a:pt x="1446188" y="1168120"/>
                </a:cubicBezTo>
                <a:cubicBezTo>
                  <a:pt x="1449667" y="1203257"/>
                  <a:pt x="1452367" y="1238405"/>
                  <a:pt x="1454190" y="1273576"/>
                </a:cubicBezTo>
                <a:lnTo>
                  <a:pt x="1455507" y="1324327"/>
                </a:lnTo>
                <a:lnTo>
                  <a:pt x="1455507" y="1427362"/>
                </a:lnTo>
                <a:lnTo>
                  <a:pt x="1451365" y="1465458"/>
                </a:lnTo>
                <a:lnTo>
                  <a:pt x="1450774" y="1469667"/>
                </a:lnTo>
                <a:lnTo>
                  <a:pt x="1448719" y="1469564"/>
                </a:lnTo>
                <a:cubicBezTo>
                  <a:pt x="1416243" y="1471268"/>
                  <a:pt x="1383704" y="1471810"/>
                  <a:pt x="1351167" y="1472353"/>
                </a:cubicBezTo>
                <a:cubicBezTo>
                  <a:pt x="1291009" y="1473360"/>
                  <a:pt x="1230608" y="1482658"/>
                  <a:pt x="1170753" y="1472353"/>
                </a:cubicBezTo>
                <a:cubicBezTo>
                  <a:pt x="1065139" y="1455500"/>
                  <a:pt x="958414" y="1453183"/>
                  <a:pt x="852418" y="1465456"/>
                </a:cubicBezTo>
                <a:cubicBezTo>
                  <a:pt x="732873" y="1477389"/>
                  <a:pt x="612811" y="1478242"/>
                  <a:pt x="493168" y="1468013"/>
                </a:cubicBezTo>
                <a:cubicBezTo>
                  <a:pt x="404539" y="1460730"/>
                  <a:pt x="315729" y="1455306"/>
                  <a:pt x="226796" y="1461815"/>
                </a:cubicBezTo>
                <a:cubicBezTo>
                  <a:pt x="192742" y="1464372"/>
                  <a:pt x="159536" y="1475530"/>
                  <a:pt x="125602" y="1476769"/>
                </a:cubicBezTo>
                <a:lnTo>
                  <a:pt x="5112" y="1477990"/>
                </a:lnTo>
                <a:lnTo>
                  <a:pt x="7783" y="1456307"/>
                </a:lnTo>
                <a:cubicBezTo>
                  <a:pt x="9044" y="1438825"/>
                  <a:pt x="8660" y="1421330"/>
                  <a:pt x="4359" y="1403967"/>
                </a:cubicBezTo>
                <a:lnTo>
                  <a:pt x="295" y="1370091"/>
                </a:lnTo>
                <a:lnTo>
                  <a:pt x="295" y="1219835"/>
                </a:lnTo>
                <a:lnTo>
                  <a:pt x="3722" y="1175716"/>
                </a:lnTo>
                <a:lnTo>
                  <a:pt x="295" y="1126935"/>
                </a:lnTo>
                <a:lnTo>
                  <a:pt x="295" y="1046801"/>
                </a:lnTo>
                <a:lnTo>
                  <a:pt x="4400" y="1015203"/>
                </a:lnTo>
                <a:cubicBezTo>
                  <a:pt x="5263" y="1002160"/>
                  <a:pt x="4906" y="989085"/>
                  <a:pt x="2166" y="975879"/>
                </a:cubicBezTo>
                <a:lnTo>
                  <a:pt x="295" y="964020"/>
                </a:lnTo>
                <a:lnTo>
                  <a:pt x="295" y="801667"/>
                </a:lnTo>
                <a:lnTo>
                  <a:pt x="310" y="800839"/>
                </a:lnTo>
                <a:cubicBezTo>
                  <a:pt x="-163" y="783697"/>
                  <a:pt x="-464" y="766569"/>
                  <a:pt x="2276" y="749518"/>
                </a:cubicBezTo>
                <a:cubicBezTo>
                  <a:pt x="6167" y="722055"/>
                  <a:pt x="6315" y="694225"/>
                  <a:pt x="2715" y="666724"/>
                </a:cubicBezTo>
                <a:lnTo>
                  <a:pt x="295" y="625158"/>
                </a:lnTo>
                <a:lnTo>
                  <a:pt x="295" y="559484"/>
                </a:lnTo>
                <a:lnTo>
                  <a:pt x="3920" y="510291"/>
                </a:lnTo>
                <a:cubicBezTo>
                  <a:pt x="8414" y="480008"/>
                  <a:pt x="10989" y="448837"/>
                  <a:pt x="2933" y="419129"/>
                </a:cubicBezTo>
                <a:lnTo>
                  <a:pt x="295" y="403959"/>
                </a:lnTo>
                <a:lnTo>
                  <a:pt x="295" y="237294"/>
                </a:lnTo>
                <a:lnTo>
                  <a:pt x="2933" y="209924"/>
                </a:lnTo>
                <a:cubicBezTo>
                  <a:pt x="7729" y="172623"/>
                  <a:pt x="7838" y="134908"/>
                  <a:pt x="3263" y="97581"/>
                </a:cubicBezTo>
                <a:lnTo>
                  <a:pt x="295" y="63619"/>
                </a:lnTo>
                <a:lnTo>
                  <a:pt x="295" y="1928"/>
                </a:lnTo>
                <a:lnTo>
                  <a:pt x="64759" y="70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62C212D-2434-4610-A983-7FC587B51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09627" y="3064916"/>
            <a:ext cx="1447216" cy="1477990"/>
          </a:xfrm>
          <a:custGeom>
            <a:avLst/>
            <a:gdLst>
              <a:gd name="connsiteX0" fmla="*/ 107991 w 1447216"/>
              <a:gd name="connsiteY0" fmla="*/ 0 h 1477990"/>
              <a:gd name="connsiteX1" fmla="*/ 265817 w 1447216"/>
              <a:gd name="connsiteY1" fmla="*/ 0 h 1477990"/>
              <a:gd name="connsiteX2" fmla="*/ 298143 w 1447216"/>
              <a:gd name="connsiteY2" fmla="*/ 2318 h 1477990"/>
              <a:gd name="connsiteX3" fmla="*/ 364603 w 1447216"/>
              <a:gd name="connsiteY3" fmla="*/ 5440 h 1477990"/>
              <a:gd name="connsiteX4" fmla="*/ 566441 w 1447216"/>
              <a:gd name="connsiteY4" fmla="*/ 1098 h 1477990"/>
              <a:gd name="connsiteX5" fmla="*/ 606880 w 1447216"/>
              <a:gd name="connsiteY5" fmla="*/ 0 h 1477990"/>
              <a:gd name="connsiteX6" fmla="*/ 937733 w 1447216"/>
              <a:gd name="connsiteY6" fmla="*/ 0 h 1477990"/>
              <a:gd name="connsiteX7" fmla="*/ 964707 w 1447216"/>
              <a:gd name="connsiteY7" fmla="*/ 2227 h 1477990"/>
              <a:gd name="connsiteX8" fmla="*/ 1111826 w 1447216"/>
              <a:gd name="connsiteY8" fmla="*/ 1924 h 1477990"/>
              <a:gd name="connsiteX9" fmla="*/ 1161094 w 1447216"/>
              <a:gd name="connsiteY9" fmla="*/ 0 h 1477990"/>
              <a:gd name="connsiteX10" fmla="*/ 1236965 w 1447216"/>
              <a:gd name="connsiteY10" fmla="*/ 0 h 1477990"/>
              <a:gd name="connsiteX11" fmla="*/ 1290056 w 1447216"/>
              <a:gd name="connsiteY11" fmla="*/ 2288 h 1477990"/>
              <a:gd name="connsiteX12" fmla="*/ 1417398 w 1447216"/>
              <a:gd name="connsiteY12" fmla="*/ 166 h 1477990"/>
              <a:gd name="connsiteX13" fmla="*/ 1422068 w 1447216"/>
              <a:gd name="connsiteY13" fmla="*/ 0 h 1477990"/>
              <a:gd name="connsiteX14" fmla="*/ 1447216 w 1447216"/>
              <a:gd name="connsiteY14" fmla="*/ 0 h 1477990"/>
              <a:gd name="connsiteX15" fmla="*/ 1447216 w 1447216"/>
              <a:gd name="connsiteY15" fmla="*/ 1469823 h 1477990"/>
              <a:gd name="connsiteX16" fmla="*/ 1358700 w 1447216"/>
              <a:gd name="connsiteY16" fmla="*/ 1472353 h 1477990"/>
              <a:gd name="connsiteX17" fmla="*/ 1178286 w 1447216"/>
              <a:gd name="connsiteY17" fmla="*/ 1472353 h 1477990"/>
              <a:gd name="connsiteX18" fmla="*/ 859951 w 1447216"/>
              <a:gd name="connsiteY18" fmla="*/ 1465456 h 1477990"/>
              <a:gd name="connsiteX19" fmla="*/ 500701 w 1447216"/>
              <a:gd name="connsiteY19" fmla="*/ 1468013 h 1477990"/>
              <a:gd name="connsiteX20" fmla="*/ 234329 w 1447216"/>
              <a:gd name="connsiteY20" fmla="*/ 1461815 h 1477990"/>
              <a:gd name="connsiteX21" fmla="*/ 133135 w 1447216"/>
              <a:gd name="connsiteY21" fmla="*/ 1476769 h 1477990"/>
              <a:gd name="connsiteX22" fmla="*/ 12645 w 1447216"/>
              <a:gd name="connsiteY22" fmla="*/ 1477990 h 1477990"/>
              <a:gd name="connsiteX23" fmla="*/ 15316 w 1447216"/>
              <a:gd name="connsiteY23" fmla="*/ 1456307 h 1477990"/>
              <a:gd name="connsiteX24" fmla="*/ 11892 w 1447216"/>
              <a:gd name="connsiteY24" fmla="*/ 1403967 h 1477990"/>
              <a:gd name="connsiteX25" fmla="*/ 6412 w 1447216"/>
              <a:gd name="connsiteY25" fmla="*/ 1238066 h 1477990"/>
              <a:gd name="connsiteX26" fmla="*/ 6850 w 1447216"/>
              <a:gd name="connsiteY26" fmla="*/ 1113013 h 1477990"/>
              <a:gd name="connsiteX27" fmla="*/ 6850 w 1447216"/>
              <a:gd name="connsiteY27" fmla="*/ 1054331 h 1477990"/>
              <a:gd name="connsiteX28" fmla="*/ 9699 w 1447216"/>
              <a:gd name="connsiteY28" fmla="*/ 975879 h 1477990"/>
              <a:gd name="connsiteX29" fmla="*/ 4220 w 1447216"/>
              <a:gd name="connsiteY29" fmla="*/ 941150 h 1477990"/>
              <a:gd name="connsiteX30" fmla="*/ 6904 w 1447216"/>
              <a:gd name="connsiteY30" fmla="*/ 852238 h 1477990"/>
              <a:gd name="connsiteX31" fmla="*/ 9809 w 1447216"/>
              <a:gd name="connsiteY31" fmla="*/ 749518 h 1477990"/>
              <a:gd name="connsiteX32" fmla="*/ 10248 w 1447216"/>
              <a:gd name="connsiteY32" fmla="*/ 666724 h 1477990"/>
              <a:gd name="connsiteX33" fmla="*/ 11453 w 1447216"/>
              <a:gd name="connsiteY33" fmla="*/ 510291 h 1477990"/>
              <a:gd name="connsiteX34" fmla="*/ 10466 w 1447216"/>
              <a:gd name="connsiteY34" fmla="*/ 419129 h 1477990"/>
              <a:gd name="connsiteX35" fmla="*/ 10466 w 1447216"/>
              <a:gd name="connsiteY35" fmla="*/ 209924 h 1477990"/>
              <a:gd name="connsiteX36" fmla="*/ 10796 w 1447216"/>
              <a:gd name="connsiteY36" fmla="*/ 97581 h 1477990"/>
              <a:gd name="connsiteX37" fmla="*/ 3535 w 1447216"/>
              <a:gd name="connsiteY37" fmla="*/ 14494 h 1477990"/>
              <a:gd name="connsiteX38" fmla="*/ 3925 w 1447216"/>
              <a:gd name="connsiteY38" fmla="*/ 2002 h 1477990"/>
              <a:gd name="connsiteX39" fmla="*/ 72292 w 1447216"/>
              <a:gd name="connsiteY39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447216" h="1477990">
                <a:moveTo>
                  <a:pt x="107991" y="0"/>
                </a:moveTo>
                <a:lnTo>
                  <a:pt x="265817" y="0"/>
                </a:lnTo>
                <a:lnTo>
                  <a:pt x="298143" y="2318"/>
                </a:lnTo>
                <a:cubicBezTo>
                  <a:pt x="320267" y="4440"/>
                  <a:pt x="342406" y="6289"/>
                  <a:pt x="364603" y="5440"/>
                </a:cubicBezTo>
                <a:cubicBezTo>
                  <a:pt x="431875" y="2955"/>
                  <a:pt x="499162" y="2121"/>
                  <a:pt x="566441" y="1098"/>
                </a:cubicBezTo>
                <a:lnTo>
                  <a:pt x="606880" y="0"/>
                </a:lnTo>
                <a:lnTo>
                  <a:pt x="937733" y="0"/>
                </a:lnTo>
                <a:lnTo>
                  <a:pt x="964707" y="2227"/>
                </a:lnTo>
                <a:cubicBezTo>
                  <a:pt x="1013530" y="9381"/>
                  <a:pt x="1062767" y="4955"/>
                  <a:pt x="1111826" y="1924"/>
                </a:cubicBezTo>
                <a:lnTo>
                  <a:pt x="1161094" y="0"/>
                </a:lnTo>
                <a:lnTo>
                  <a:pt x="1236965" y="0"/>
                </a:lnTo>
                <a:lnTo>
                  <a:pt x="1290056" y="2288"/>
                </a:lnTo>
                <a:cubicBezTo>
                  <a:pt x="1332385" y="6652"/>
                  <a:pt x="1374950" y="2591"/>
                  <a:pt x="1417398" y="166"/>
                </a:cubicBezTo>
                <a:lnTo>
                  <a:pt x="1422068" y="0"/>
                </a:lnTo>
                <a:lnTo>
                  <a:pt x="1447216" y="0"/>
                </a:lnTo>
                <a:lnTo>
                  <a:pt x="1447216" y="1469823"/>
                </a:lnTo>
                <a:lnTo>
                  <a:pt x="1358700" y="1472353"/>
                </a:lnTo>
                <a:cubicBezTo>
                  <a:pt x="1298542" y="1473360"/>
                  <a:pt x="1238141" y="1482658"/>
                  <a:pt x="1178286" y="1472353"/>
                </a:cubicBezTo>
                <a:cubicBezTo>
                  <a:pt x="1072672" y="1455500"/>
                  <a:pt x="965947" y="1453183"/>
                  <a:pt x="859951" y="1465456"/>
                </a:cubicBezTo>
                <a:cubicBezTo>
                  <a:pt x="740406" y="1477389"/>
                  <a:pt x="620344" y="1478242"/>
                  <a:pt x="500701" y="1468013"/>
                </a:cubicBezTo>
                <a:cubicBezTo>
                  <a:pt x="412072" y="1460730"/>
                  <a:pt x="323262" y="1455306"/>
                  <a:pt x="234329" y="1461815"/>
                </a:cubicBezTo>
                <a:cubicBezTo>
                  <a:pt x="200275" y="1464372"/>
                  <a:pt x="167069" y="1475530"/>
                  <a:pt x="133135" y="1476769"/>
                </a:cubicBezTo>
                <a:lnTo>
                  <a:pt x="12645" y="1477990"/>
                </a:lnTo>
                <a:lnTo>
                  <a:pt x="15316" y="1456307"/>
                </a:lnTo>
                <a:cubicBezTo>
                  <a:pt x="16577" y="1438825"/>
                  <a:pt x="16193" y="1421330"/>
                  <a:pt x="11892" y="1403967"/>
                </a:cubicBezTo>
                <a:cubicBezTo>
                  <a:pt x="-1808" y="1348788"/>
                  <a:pt x="932" y="1293662"/>
                  <a:pt x="6412" y="1238066"/>
                </a:cubicBezTo>
                <a:cubicBezTo>
                  <a:pt x="10522" y="1196695"/>
                  <a:pt x="15070" y="1154854"/>
                  <a:pt x="6850" y="1113013"/>
                </a:cubicBezTo>
                <a:cubicBezTo>
                  <a:pt x="3316" y="1093599"/>
                  <a:pt x="3316" y="1073745"/>
                  <a:pt x="6850" y="1054331"/>
                </a:cubicBezTo>
                <a:cubicBezTo>
                  <a:pt x="11124" y="1028180"/>
                  <a:pt x="15179" y="1002291"/>
                  <a:pt x="9699" y="975879"/>
                </a:cubicBezTo>
                <a:cubicBezTo>
                  <a:pt x="7289" y="964373"/>
                  <a:pt x="5481" y="952762"/>
                  <a:pt x="4220" y="941150"/>
                </a:cubicBezTo>
                <a:cubicBezTo>
                  <a:pt x="1710" y="911506"/>
                  <a:pt x="2609" y="881694"/>
                  <a:pt x="6904" y="852238"/>
                </a:cubicBezTo>
                <a:cubicBezTo>
                  <a:pt x="11015" y="818033"/>
                  <a:pt x="4329" y="783619"/>
                  <a:pt x="9809" y="749518"/>
                </a:cubicBezTo>
                <a:cubicBezTo>
                  <a:pt x="13700" y="722055"/>
                  <a:pt x="13848" y="694225"/>
                  <a:pt x="10248" y="666724"/>
                </a:cubicBezTo>
                <a:cubicBezTo>
                  <a:pt x="3770" y="614737"/>
                  <a:pt x="4175" y="562179"/>
                  <a:pt x="11453" y="510291"/>
                </a:cubicBezTo>
                <a:cubicBezTo>
                  <a:pt x="15947" y="480008"/>
                  <a:pt x="18522" y="448837"/>
                  <a:pt x="10466" y="419129"/>
                </a:cubicBezTo>
                <a:cubicBezTo>
                  <a:pt x="-8494" y="349307"/>
                  <a:pt x="2576" y="279380"/>
                  <a:pt x="10466" y="209924"/>
                </a:cubicBezTo>
                <a:cubicBezTo>
                  <a:pt x="15262" y="172623"/>
                  <a:pt x="15371" y="134908"/>
                  <a:pt x="10796" y="97581"/>
                </a:cubicBezTo>
                <a:cubicBezTo>
                  <a:pt x="6735" y="70015"/>
                  <a:pt x="4313" y="42275"/>
                  <a:pt x="3535" y="14494"/>
                </a:cubicBezTo>
                <a:lnTo>
                  <a:pt x="3925" y="2002"/>
                </a:lnTo>
                <a:lnTo>
                  <a:pt x="72292" y="70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959C17-53EC-4A48-8276-E73A5CF125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4" y="3058476"/>
            <a:ext cx="1463039" cy="1484431"/>
          </a:xfrm>
          <a:custGeom>
            <a:avLst/>
            <a:gdLst>
              <a:gd name="connsiteX0" fmla="*/ 866623 w 1463039"/>
              <a:gd name="connsiteY0" fmla="*/ 570 h 1484431"/>
              <a:gd name="connsiteX1" fmla="*/ 964707 w 1463039"/>
              <a:gd name="connsiteY1" fmla="*/ 8668 h 1484431"/>
              <a:gd name="connsiteX2" fmla="*/ 1111826 w 1463039"/>
              <a:gd name="connsiteY2" fmla="*/ 8365 h 1484431"/>
              <a:gd name="connsiteX3" fmla="*/ 1290056 w 1463039"/>
              <a:gd name="connsiteY3" fmla="*/ 8729 h 1484431"/>
              <a:gd name="connsiteX4" fmla="*/ 1417398 w 1463039"/>
              <a:gd name="connsiteY4" fmla="*/ 6607 h 1484431"/>
              <a:gd name="connsiteX5" fmla="*/ 1454474 w 1463039"/>
              <a:gd name="connsiteY5" fmla="*/ 5289 h 1484431"/>
              <a:gd name="connsiteX6" fmla="*/ 1449519 w 1463039"/>
              <a:gd name="connsiteY6" fmla="*/ 94304 h 1484431"/>
              <a:gd name="connsiteX7" fmla="*/ 1454055 w 1463039"/>
              <a:gd name="connsiteY7" fmla="*/ 198722 h 1484431"/>
              <a:gd name="connsiteX8" fmla="*/ 1456616 w 1463039"/>
              <a:gd name="connsiteY8" fmla="*/ 391198 h 1484431"/>
              <a:gd name="connsiteX9" fmla="*/ 1452608 w 1463039"/>
              <a:gd name="connsiteY9" fmla="*/ 565101 h 1484431"/>
              <a:gd name="connsiteX10" fmla="*/ 1461013 w 1463039"/>
              <a:gd name="connsiteY10" fmla="*/ 624833 h 1484431"/>
              <a:gd name="connsiteX11" fmla="*/ 1451384 w 1463039"/>
              <a:gd name="connsiteY11" fmla="*/ 907021 h 1484431"/>
              <a:gd name="connsiteX12" fmla="*/ 1452664 w 1463039"/>
              <a:gd name="connsiteY12" fmla="*/ 1009693 h 1484431"/>
              <a:gd name="connsiteX13" fmla="*/ 1456003 w 1463039"/>
              <a:gd name="connsiteY13" fmla="*/ 1096987 h 1484431"/>
              <a:gd name="connsiteX14" fmla="*/ 1453721 w 1463039"/>
              <a:gd name="connsiteY14" fmla="*/ 1174561 h 1484431"/>
              <a:gd name="connsiteX15" fmla="*/ 1461723 w 1463039"/>
              <a:gd name="connsiteY15" fmla="*/ 1280017 h 1484431"/>
              <a:gd name="connsiteX16" fmla="*/ 1463039 w 1463039"/>
              <a:gd name="connsiteY16" fmla="*/ 1330730 h 1484431"/>
              <a:gd name="connsiteX17" fmla="*/ 1463039 w 1463039"/>
              <a:gd name="connsiteY17" fmla="*/ 1433812 h 1484431"/>
              <a:gd name="connsiteX18" fmla="*/ 1458898 w 1463039"/>
              <a:gd name="connsiteY18" fmla="*/ 1471899 h 1484431"/>
              <a:gd name="connsiteX19" fmla="*/ 1458307 w 1463039"/>
              <a:gd name="connsiteY19" fmla="*/ 1476108 h 1484431"/>
              <a:gd name="connsiteX20" fmla="*/ 1456252 w 1463039"/>
              <a:gd name="connsiteY20" fmla="*/ 1476005 h 1484431"/>
              <a:gd name="connsiteX21" fmla="*/ 1358700 w 1463039"/>
              <a:gd name="connsiteY21" fmla="*/ 1478794 h 1484431"/>
              <a:gd name="connsiteX22" fmla="*/ 1178286 w 1463039"/>
              <a:gd name="connsiteY22" fmla="*/ 1478794 h 1484431"/>
              <a:gd name="connsiteX23" fmla="*/ 859951 w 1463039"/>
              <a:gd name="connsiteY23" fmla="*/ 1471897 h 1484431"/>
              <a:gd name="connsiteX24" fmla="*/ 500701 w 1463039"/>
              <a:gd name="connsiteY24" fmla="*/ 1474454 h 1484431"/>
              <a:gd name="connsiteX25" fmla="*/ 234329 w 1463039"/>
              <a:gd name="connsiteY25" fmla="*/ 1468256 h 1484431"/>
              <a:gd name="connsiteX26" fmla="*/ 133135 w 1463039"/>
              <a:gd name="connsiteY26" fmla="*/ 1483210 h 1484431"/>
              <a:gd name="connsiteX27" fmla="*/ 12645 w 1463039"/>
              <a:gd name="connsiteY27" fmla="*/ 1484431 h 1484431"/>
              <a:gd name="connsiteX28" fmla="*/ 15316 w 1463039"/>
              <a:gd name="connsiteY28" fmla="*/ 1462748 h 1484431"/>
              <a:gd name="connsiteX29" fmla="*/ 11892 w 1463039"/>
              <a:gd name="connsiteY29" fmla="*/ 1410408 h 1484431"/>
              <a:gd name="connsiteX30" fmla="*/ 6412 w 1463039"/>
              <a:gd name="connsiteY30" fmla="*/ 1244507 h 1484431"/>
              <a:gd name="connsiteX31" fmla="*/ 6850 w 1463039"/>
              <a:gd name="connsiteY31" fmla="*/ 1119454 h 1484431"/>
              <a:gd name="connsiteX32" fmla="*/ 6850 w 1463039"/>
              <a:gd name="connsiteY32" fmla="*/ 1060772 h 1484431"/>
              <a:gd name="connsiteX33" fmla="*/ 9699 w 1463039"/>
              <a:gd name="connsiteY33" fmla="*/ 982320 h 1484431"/>
              <a:gd name="connsiteX34" fmla="*/ 4220 w 1463039"/>
              <a:gd name="connsiteY34" fmla="*/ 947591 h 1484431"/>
              <a:gd name="connsiteX35" fmla="*/ 6904 w 1463039"/>
              <a:gd name="connsiteY35" fmla="*/ 858679 h 1484431"/>
              <a:gd name="connsiteX36" fmla="*/ 9809 w 1463039"/>
              <a:gd name="connsiteY36" fmla="*/ 755959 h 1484431"/>
              <a:gd name="connsiteX37" fmla="*/ 10248 w 1463039"/>
              <a:gd name="connsiteY37" fmla="*/ 673165 h 1484431"/>
              <a:gd name="connsiteX38" fmla="*/ 11453 w 1463039"/>
              <a:gd name="connsiteY38" fmla="*/ 516732 h 1484431"/>
              <a:gd name="connsiteX39" fmla="*/ 10466 w 1463039"/>
              <a:gd name="connsiteY39" fmla="*/ 425570 h 1484431"/>
              <a:gd name="connsiteX40" fmla="*/ 10466 w 1463039"/>
              <a:gd name="connsiteY40" fmla="*/ 216365 h 1484431"/>
              <a:gd name="connsiteX41" fmla="*/ 10796 w 1463039"/>
              <a:gd name="connsiteY41" fmla="*/ 104022 h 1484431"/>
              <a:gd name="connsiteX42" fmla="*/ 3535 w 1463039"/>
              <a:gd name="connsiteY42" fmla="*/ 20935 h 1484431"/>
              <a:gd name="connsiteX43" fmla="*/ 3925 w 1463039"/>
              <a:gd name="connsiteY43" fmla="*/ 8443 h 1484431"/>
              <a:gd name="connsiteX44" fmla="*/ 72292 w 1463039"/>
              <a:gd name="connsiteY44" fmla="*/ 7145 h 1484431"/>
              <a:gd name="connsiteX45" fmla="*/ 231771 w 1463039"/>
              <a:gd name="connsiteY45" fmla="*/ 4000 h 1484431"/>
              <a:gd name="connsiteX46" fmla="*/ 364603 w 1463039"/>
              <a:gd name="connsiteY46" fmla="*/ 11881 h 1484431"/>
              <a:gd name="connsiteX47" fmla="*/ 768234 w 1463039"/>
              <a:gd name="connsiteY47" fmla="*/ 2060 h 1484431"/>
              <a:gd name="connsiteX48" fmla="*/ 866623 w 1463039"/>
              <a:gd name="connsiteY48" fmla="*/ 570 h 148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463039" h="1484431">
                <a:moveTo>
                  <a:pt x="866623" y="570"/>
                </a:moveTo>
                <a:cubicBezTo>
                  <a:pt x="899406" y="1672"/>
                  <a:pt x="932137" y="4373"/>
                  <a:pt x="964707" y="8668"/>
                </a:cubicBezTo>
                <a:cubicBezTo>
                  <a:pt x="1013530" y="15822"/>
                  <a:pt x="1062767" y="11396"/>
                  <a:pt x="1111826" y="8365"/>
                </a:cubicBezTo>
                <a:cubicBezTo>
                  <a:pt x="1171217" y="4667"/>
                  <a:pt x="1230548" y="2666"/>
                  <a:pt x="1290056" y="8729"/>
                </a:cubicBezTo>
                <a:cubicBezTo>
                  <a:pt x="1332385" y="13093"/>
                  <a:pt x="1374950" y="9032"/>
                  <a:pt x="1417398" y="6607"/>
                </a:cubicBezTo>
                <a:lnTo>
                  <a:pt x="1454474" y="5289"/>
                </a:lnTo>
                <a:lnTo>
                  <a:pt x="1449519" y="94304"/>
                </a:lnTo>
                <a:cubicBezTo>
                  <a:pt x="1449060" y="129133"/>
                  <a:pt x="1450326" y="163950"/>
                  <a:pt x="1454055" y="198722"/>
                </a:cubicBezTo>
                <a:cubicBezTo>
                  <a:pt x="1460000" y="262766"/>
                  <a:pt x="1460857" y="327061"/>
                  <a:pt x="1456616" y="391198"/>
                </a:cubicBezTo>
                <a:cubicBezTo>
                  <a:pt x="1453666" y="449150"/>
                  <a:pt x="1446429" y="507011"/>
                  <a:pt x="1452608" y="565101"/>
                </a:cubicBezTo>
                <a:cubicBezTo>
                  <a:pt x="1454723" y="585088"/>
                  <a:pt x="1459844" y="604709"/>
                  <a:pt x="1461013" y="624833"/>
                </a:cubicBezTo>
                <a:cubicBezTo>
                  <a:pt x="1466579" y="719109"/>
                  <a:pt x="1458230" y="813065"/>
                  <a:pt x="1451384" y="907021"/>
                </a:cubicBezTo>
                <a:cubicBezTo>
                  <a:pt x="1448879" y="941245"/>
                  <a:pt x="1445817" y="975469"/>
                  <a:pt x="1452664" y="1009693"/>
                </a:cubicBezTo>
                <a:cubicBezTo>
                  <a:pt x="1458091" y="1038573"/>
                  <a:pt x="1459210" y="1067888"/>
                  <a:pt x="1456003" y="1096987"/>
                </a:cubicBezTo>
                <a:cubicBezTo>
                  <a:pt x="1452797" y="1122759"/>
                  <a:pt x="1452035" y="1148692"/>
                  <a:pt x="1453721" y="1174561"/>
                </a:cubicBezTo>
                <a:cubicBezTo>
                  <a:pt x="1457200" y="1209698"/>
                  <a:pt x="1459900" y="1244846"/>
                  <a:pt x="1461723" y="1280017"/>
                </a:cubicBezTo>
                <a:lnTo>
                  <a:pt x="1463039" y="1330730"/>
                </a:lnTo>
                <a:lnTo>
                  <a:pt x="1463039" y="1433812"/>
                </a:lnTo>
                <a:lnTo>
                  <a:pt x="1458898" y="1471899"/>
                </a:lnTo>
                <a:lnTo>
                  <a:pt x="1458307" y="1476108"/>
                </a:lnTo>
                <a:lnTo>
                  <a:pt x="1456252" y="1476005"/>
                </a:lnTo>
                <a:cubicBezTo>
                  <a:pt x="1423776" y="1477709"/>
                  <a:pt x="1391237" y="1478251"/>
                  <a:pt x="1358700" y="1478794"/>
                </a:cubicBezTo>
                <a:cubicBezTo>
                  <a:pt x="1298542" y="1479801"/>
                  <a:pt x="1238141" y="1489099"/>
                  <a:pt x="1178286" y="1478794"/>
                </a:cubicBezTo>
                <a:cubicBezTo>
                  <a:pt x="1072672" y="1461941"/>
                  <a:pt x="965947" y="1459624"/>
                  <a:pt x="859951" y="1471897"/>
                </a:cubicBezTo>
                <a:cubicBezTo>
                  <a:pt x="740406" y="1483830"/>
                  <a:pt x="620344" y="1484683"/>
                  <a:pt x="500701" y="1474454"/>
                </a:cubicBezTo>
                <a:cubicBezTo>
                  <a:pt x="412072" y="1467171"/>
                  <a:pt x="323262" y="1461747"/>
                  <a:pt x="234329" y="1468256"/>
                </a:cubicBezTo>
                <a:cubicBezTo>
                  <a:pt x="200275" y="1470813"/>
                  <a:pt x="167069" y="1481971"/>
                  <a:pt x="133135" y="1483210"/>
                </a:cubicBezTo>
                <a:lnTo>
                  <a:pt x="12645" y="1484431"/>
                </a:lnTo>
                <a:lnTo>
                  <a:pt x="15316" y="1462748"/>
                </a:lnTo>
                <a:cubicBezTo>
                  <a:pt x="16577" y="1445266"/>
                  <a:pt x="16193" y="1427771"/>
                  <a:pt x="11892" y="1410408"/>
                </a:cubicBezTo>
                <a:cubicBezTo>
                  <a:pt x="-1808" y="1355229"/>
                  <a:pt x="932" y="1300103"/>
                  <a:pt x="6412" y="1244507"/>
                </a:cubicBezTo>
                <a:cubicBezTo>
                  <a:pt x="10522" y="1203136"/>
                  <a:pt x="15070" y="1161295"/>
                  <a:pt x="6850" y="1119454"/>
                </a:cubicBezTo>
                <a:cubicBezTo>
                  <a:pt x="3316" y="1100040"/>
                  <a:pt x="3316" y="1080186"/>
                  <a:pt x="6850" y="1060772"/>
                </a:cubicBezTo>
                <a:cubicBezTo>
                  <a:pt x="11124" y="1034621"/>
                  <a:pt x="15179" y="1008732"/>
                  <a:pt x="9699" y="982320"/>
                </a:cubicBezTo>
                <a:cubicBezTo>
                  <a:pt x="7289" y="970814"/>
                  <a:pt x="5481" y="959203"/>
                  <a:pt x="4220" y="947591"/>
                </a:cubicBezTo>
                <a:cubicBezTo>
                  <a:pt x="1710" y="917947"/>
                  <a:pt x="2609" y="888135"/>
                  <a:pt x="6904" y="858679"/>
                </a:cubicBezTo>
                <a:cubicBezTo>
                  <a:pt x="11015" y="824474"/>
                  <a:pt x="4329" y="790060"/>
                  <a:pt x="9809" y="755959"/>
                </a:cubicBezTo>
                <a:cubicBezTo>
                  <a:pt x="13700" y="728496"/>
                  <a:pt x="13848" y="700666"/>
                  <a:pt x="10248" y="673165"/>
                </a:cubicBezTo>
                <a:cubicBezTo>
                  <a:pt x="3770" y="621178"/>
                  <a:pt x="4175" y="568620"/>
                  <a:pt x="11453" y="516732"/>
                </a:cubicBezTo>
                <a:cubicBezTo>
                  <a:pt x="15947" y="486449"/>
                  <a:pt x="18522" y="455278"/>
                  <a:pt x="10466" y="425570"/>
                </a:cubicBezTo>
                <a:cubicBezTo>
                  <a:pt x="-8494" y="355748"/>
                  <a:pt x="2576" y="285821"/>
                  <a:pt x="10466" y="216365"/>
                </a:cubicBezTo>
                <a:cubicBezTo>
                  <a:pt x="15262" y="179064"/>
                  <a:pt x="15371" y="141349"/>
                  <a:pt x="10796" y="104022"/>
                </a:cubicBezTo>
                <a:cubicBezTo>
                  <a:pt x="6735" y="76456"/>
                  <a:pt x="4313" y="48716"/>
                  <a:pt x="3535" y="20935"/>
                </a:cubicBezTo>
                <a:lnTo>
                  <a:pt x="3925" y="8443"/>
                </a:lnTo>
                <a:lnTo>
                  <a:pt x="72292" y="7145"/>
                </a:lnTo>
                <a:cubicBezTo>
                  <a:pt x="125550" y="5561"/>
                  <a:pt x="178728" y="3394"/>
                  <a:pt x="231771" y="4000"/>
                </a:cubicBezTo>
                <a:cubicBezTo>
                  <a:pt x="276049" y="4485"/>
                  <a:pt x="320208" y="13578"/>
                  <a:pt x="364603" y="11881"/>
                </a:cubicBezTo>
                <a:cubicBezTo>
                  <a:pt x="499147" y="6910"/>
                  <a:pt x="633750" y="8547"/>
                  <a:pt x="768234" y="2060"/>
                </a:cubicBezTo>
                <a:cubicBezTo>
                  <a:pt x="801008" y="-38"/>
                  <a:pt x="833841" y="-533"/>
                  <a:pt x="866623" y="57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Rectangle 18" descr="Tag=AccentColor&#10;Flavor=Light&#10;Target=FillAndLine">
            <a:extLst>
              <a:ext uri="{FF2B5EF4-FFF2-40B4-BE49-F238E27FC236}">
                <a16:creationId xmlns:a16="http://schemas.microsoft.com/office/drawing/2014/main" id="{2D7984C8-AF4A-4D59-BB2D-72D92F873C0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C125114-9BE9-4C21-BEC1-81B6851622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9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2AB98BFD-4068-4EDA-8DE5-E5D978EDDF2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931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937737FC-57C8-4243-BE91-4E9684B836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553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CA78FA67-D083-4763-B647-4554C3C509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175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F1892FE5-DAA3-4902-93EF-46D6565FFB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797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8342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Center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880"/>
          </a:xfrm>
        </p:spPr>
        <p:txBody>
          <a:bodyPr/>
          <a:lstStyle>
            <a:lvl1pPr algn="ctr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04288"/>
            <a:ext cx="10515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83465705-093A-460D-83A5-4A4F3275ADB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290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4288"/>
            <a:ext cx="5181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4288"/>
            <a:ext cx="5181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23FEB8C5-87FB-41BA-B300-D935D5EEAEC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23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578608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617842"/>
            <a:ext cx="5157787" cy="257264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578608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617842"/>
            <a:ext cx="5183188" cy="257264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40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9224" y="2578608"/>
            <a:ext cx="3200400" cy="71124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3339547"/>
            <a:ext cx="3200400" cy="290063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98848" y="2578608"/>
            <a:ext cx="3200400" cy="713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8848" y="3339548"/>
            <a:ext cx="3200400" cy="285094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2AA5FD4-D71A-436D-B50A-847980623C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39328" y="2578608"/>
            <a:ext cx="3200400" cy="713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498877DB-362B-4B53-84A8-D53090240FD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39328" y="3339548"/>
            <a:ext cx="3200400" cy="285094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759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5429EAB-EC88-4283-9CAC-5C4336D687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63901" y="-1"/>
            <a:ext cx="3928091" cy="4143506"/>
          </a:xfrm>
          <a:custGeom>
            <a:avLst/>
            <a:gdLst>
              <a:gd name="connsiteX0" fmla="*/ 23605 w 3928091"/>
              <a:gd name="connsiteY0" fmla="*/ 0 h 4143506"/>
              <a:gd name="connsiteX1" fmla="*/ 3928091 w 3928091"/>
              <a:gd name="connsiteY1" fmla="*/ 0 h 4143506"/>
              <a:gd name="connsiteX2" fmla="*/ 3928091 w 3928091"/>
              <a:gd name="connsiteY2" fmla="*/ 4125656 h 4143506"/>
              <a:gd name="connsiteX3" fmla="*/ 3780617 w 3928091"/>
              <a:gd name="connsiteY3" fmla="*/ 4131078 h 4143506"/>
              <a:gd name="connsiteX4" fmla="*/ 3281801 w 3928091"/>
              <a:gd name="connsiteY4" fmla="*/ 4125634 h 4143506"/>
              <a:gd name="connsiteX5" fmla="*/ 2622887 w 3928091"/>
              <a:gd name="connsiteY5" fmla="*/ 4130456 h 4143506"/>
              <a:gd name="connsiteX6" fmla="*/ 2169916 w 3928091"/>
              <a:gd name="connsiteY6" fmla="*/ 4111570 h 4143506"/>
              <a:gd name="connsiteX7" fmla="*/ 1705097 w 3928091"/>
              <a:gd name="connsiteY7" fmla="*/ 4140234 h 4143506"/>
              <a:gd name="connsiteX8" fmla="*/ 1364801 w 3928091"/>
              <a:gd name="connsiteY8" fmla="*/ 4124429 h 4143506"/>
              <a:gd name="connsiteX9" fmla="*/ 1123316 w 3928091"/>
              <a:gd name="connsiteY9" fmla="*/ 4121750 h 4143506"/>
              <a:gd name="connsiteX10" fmla="*/ 688243 w 3928091"/>
              <a:gd name="connsiteY10" fmla="*/ 4130323 h 4143506"/>
              <a:gd name="connsiteX11" fmla="*/ 298918 w 3928091"/>
              <a:gd name="connsiteY11" fmla="*/ 4118266 h 4143506"/>
              <a:gd name="connsiteX12" fmla="*/ 105785 w 3928091"/>
              <a:gd name="connsiteY12" fmla="*/ 4130037 h 4143506"/>
              <a:gd name="connsiteX13" fmla="*/ 15503 w 3928091"/>
              <a:gd name="connsiteY13" fmla="*/ 4130462 h 4143506"/>
              <a:gd name="connsiteX14" fmla="*/ 14458 w 3928091"/>
              <a:gd name="connsiteY14" fmla="*/ 4122289 h 4143506"/>
              <a:gd name="connsiteX15" fmla="*/ 346 w 3928091"/>
              <a:gd name="connsiteY15" fmla="*/ 3882149 h 4143506"/>
              <a:gd name="connsiteX16" fmla="*/ 27583 w 3928091"/>
              <a:gd name="connsiteY16" fmla="*/ 3294816 h 4143506"/>
              <a:gd name="connsiteX17" fmla="*/ 21797 w 3928091"/>
              <a:gd name="connsiteY17" fmla="*/ 3078932 h 4143506"/>
              <a:gd name="connsiteX18" fmla="*/ 30264 w 3928091"/>
              <a:gd name="connsiteY18" fmla="*/ 2835999 h 4143506"/>
              <a:gd name="connsiteX19" fmla="*/ 33510 w 3928091"/>
              <a:gd name="connsiteY19" fmla="*/ 2550270 h 4143506"/>
              <a:gd name="connsiteX20" fmla="*/ 9096 w 3928091"/>
              <a:gd name="connsiteY20" fmla="*/ 1764959 h 4143506"/>
              <a:gd name="connsiteX21" fmla="*/ 30406 w 3928091"/>
              <a:gd name="connsiteY21" fmla="*/ 1598729 h 4143506"/>
              <a:gd name="connsiteX22" fmla="*/ 20244 w 3928091"/>
              <a:gd name="connsiteY22" fmla="*/ 1114767 h 4143506"/>
              <a:gd name="connsiteX23" fmla="*/ 26736 w 3928091"/>
              <a:gd name="connsiteY23" fmla="*/ 579120 h 4143506"/>
              <a:gd name="connsiteX24" fmla="*/ 38237 w 3928091"/>
              <a:gd name="connsiteY24" fmla="*/ 288533 h 414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928091" h="4143506">
                <a:moveTo>
                  <a:pt x="23605" y="0"/>
                </a:moveTo>
                <a:lnTo>
                  <a:pt x="3928091" y="0"/>
                </a:lnTo>
                <a:lnTo>
                  <a:pt x="3928091" y="4125656"/>
                </a:lnTo>
                <a:lnTo>
                  <a:pt x="3780617" y="4131078"/>
                </a:lnTo>
                <a:cubicBezTo>
                  <a:pt x="3614346" y="4131561"/>
                  <a:pt x="3448073" y="4118803"/>
                  <a:pt x="3281801" y="4125634"/>
                </a:cubicBezTo>
                <a:cubicBezTo>
                  <a:pt x="3062120" y="4134609"/>
                  <a:pt x="2842441" y="4144923"/>
                  <a:pt x="2622887" y="4130456"/>
                </a:cubicBezTo>
                <a:cubicBezTo>
                  <a:pt x="2472401" y="4120545"/>
                  <a:pt x="2321159" y="4107551"/>
                  <a:pt x="2169916" y="4111570"/>
                </a:cubicBezTo>
                <a:cubicBezTo>
                  <a:pt x="2014640" y="4115856"/>
                  <a:pt x="1859994" y="4129920"/>
                  <a:pt x="1705097" y="4140234"/>
                </a:cubicBezTo>
                <a:cubicBezTo>
                  <a:pt x="1591463" y="4147694"/>
                  <a:pt x="1477389" y="4142391"/>
                  <a:pt x="1364801" y="4124429"/>
                </a:cubicBezTo>
                <a:cubicBezTo>
                  <a:pt x="1284516" y="4111703"/>
                  <a:pt x="1203727" y="4117195"/>
                  <a:pt x="1123316" y="4121750"/>
                </a:cubicBezTo>
                <a:cubicBezTo>
                  <a:pt x="978124" y="4130323"/>
                  <a:pt x="833434" y="4143717"/>
                  <a:pt x="688243" y="4130323"/>
                </a:cubicBezTo>
                <a:cubicBezTo>
                  <a:pt x="558551" y="4118266"/>
                  <a:pt x="427601" y="4108489"/>
                  <a:pt x="298918" y="4118266"/>
                </a:cubicBezTo>
                <a:cubicBezTo>
                  <a:pt x="234577" y="4123155"/>
                  <a:pt x="170204" y="4128045"/>
                  <a:pt x="105785" y="4130037"/>
                </a:cubicBezTo>
                <a:lnTo>
                  <a:pt x="15503" y="4130462"/>
                </a:lnTo>
                <a:lnTo>
                  <a:pt x="14458" y="4122289"/>
                </a:lnTo>
                <a:cubicBezTo>
                  <a:pt x="3338" y="4042653"/>
                  <a:pt x="-1375" y="3962394"/>
                  <a:pt x="346" y="3882149"/>
                </a:cubicBezTo>
                <a:cubicBezTo>
                  <a:pt x="205" y="3686075"/>
                  <a:pt x="9942" y="3490383"/>
                  <a:pt x="27583" y="3294816"/>
                </a:cubicBezTo>
                <a:cubicBezTo>
                  <a:pt x="31859" y="3222826"/>
                  <a:pt x="29926" y="3150656"/>
                  <a:pt x="21797" y="3078932"/>
                </a:cubicBezTo>
                <a:cubicBezTo>
                  <a:pt x="13668" y="2997950"/>
                  <a:pt x="16505" y="2916372"/>
                  <a:pt x="30264" y="2835999"/>
                </a:cubicBezTo>
                <a:cubicBezTo>
                  <a:pt x="47622" y="2740756"/>
                  <a:pt x="39860" y="2645513"/>
                  <a:pt x="33510" y="2550270"/>
                </a:cubicBezTo>
                <a:cubicBezTo>
                  <a:pt x="16152" y="2288796"/>
                  <a:pt x="-5017" y="2027322"/>
                  <a:pt x="9096" y="1764959"/>
                </a:cubicBezTo>
                <a:cubicBezTo>
                  <a:pt x="12060" y="1708956"/>
                  <a:pt x="25042" y="1654350"/>
                  <a:pt x="30406" y="1598729"/>
                </a:cubicBezTo>
                <a:cubicBezTo>
                  <a:pt x="46071" y="1437069"/>
                  <a:pt x="27723" y="1276045"/>
                  <a:pt x="20244" y="1114767"/>
                </a:cubicBezTo>
                <a:cubicBezTo>
                  <a:pt x="9491" y="936281"/>
                  <a:pt x="11664" y="757351"/>
                  <a:pt x="26736" y="579120"/>
                </a:cubicBezTo>
                <a:cubicBezTo>
                  <a:pt x="36191" y="482353"/>
                  <a:pt x="39402" y="385459"/>
                  <a:pt x="38237" y="28853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5853130-EDA3-41D2-A3D5-E39613A79C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81029" y="4328340"/>
            <a:ext cx="3910962" cy="2529660"/>
          </a:xfrm>
          <a:custGeom>
            <a:avLst/>
            <a:gdLst>
              <a:gd name="connsiteX0" fmla="*/ 842684 w 3910962"/>
              <a:gd name="connsiteY0" fmla="*/ 662 h 2529660"/>
              <a:gd name="connsiteX1" fmla="*/ 1140350 w 3910962"/>
              <a:gd name="connsiteY1" fmla="*/ 3173 h 2529660"/>
              <a:gd name="connsiteX2" fmla="*/ 1350451 w 3910962"/>
              <a:gd name="connsiteY2" fmla="*/ 29025 h 2529660"/>
              <a:gd name="connsiteX3" fmla="*/ 1903495 w 3910962"/>
              <a:gd name="connsiteY3" fmla="*/ 18310 h 2529660"/>
              <a:gd name="connsiteX4" fmla="*/ 2649374 w 3910962"/>
              <a:gd name="connsiteY4" fmla="*/ 22730 h 2529660"/>
              <a:gd name="connsiteX5" fmla="*/ 3310304 w 3910962"/>
              <a:gd name="connsiteY5" fmla="*/ 10808 h 2529660"/>
              <a:gd name="connsiteX6" fmla="*/ 3684881 w 3910962"/>
              <a:gd name="connsiteY6" fmla="*/ 10808 h 2529660"/>
              <a:gd name="connsiteX7" fmla="*/ 3887420 w 3910962"/>
              <a:gd name="connsiteY7" fmla="*/ 15630 h 2529660"/>
              <a:gd name="connsiteX8" fmla="*/ 3910962 w 3910962"/>
              <a:gd name="connsiteY8" fmla="*/ 11105 h 2529660"/>
              <a:gd name="connsiteX9" fmla="*/ 3910962 w 3910962"/>
              <a:gd name="connsiteY9" fmla="*/ 2529660 h 2529660"/>
              <a:gd name="connsiteX10" fmla="*/ 6242 w 3910962"/>
              <a:gd name="connsiteY10" fmla="*/ 2529660 h 2529660"/>
              <a:gd name="connsiteX11" fmla="*/ 25280 w 3910962"/>
              <a:gd name="connsiteY11" fmla="*/ 2158134 h 2529660"/>
              <a:gd name="connsiteX12" fmla="*/ 11167 w 3910962"/>
              <a:gd name="connsiteY12" fmla="*/ 1427303 h 2529660"/>
              <a:gd name="connsiteX13" fmla="*/ 3970 w 3910962"/>
              <a:gd name="connsiteY13" fmla="*/ 934453 h 2529660"/>
              <a:gd name="connsiteX14" fmla="*/ 5805 w 3910962"/>
              <a:gd name="connsiteY14" fmla="*/ 380010 h 2529660"/>
              <a:gd name="connsiteX15" fmla="*/ 18506 w 3910962"/>
              <a:gd name="connsiteY15" fmla="*/ 139744 h 2529660"/>
              <a:gd name="connsiteX16" fmla="*/ 19072 w 3910962"/>
              <a:gd name="connsiteY16" fmla="*/ 23791 h 2529660"/>
              <a:gd name="connsiteX17" fmla="*/ 67093 w 3910962"/>
              <a:gd name="connsiteY17" fmla="*/ 27133 h 2529660"/>
              <a:gd name="connsiteX18" fmla="*/ 545085 w 3910962"/>
              <a:gd name="connsiteY18" fmla="*/ 11612 h 2529660"/>
              <a:gd name="connsiteX19" fmla="*/ 842684 w 3910962"/>
              <a:gd name="connsiteY19" fmla="*/ 662 h 252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910962" h="2529660">
                <a:moveTo>
                  <a:pt x="842684" y="662"/>
                </a:moveTo>
                <a:cubicBezTo>
                  <a:pt x="941895" y="-744"/>
                  <a:pt x="1041116" y="93"/>
                  <a:pt x="1140350" y="3173"/>
                </a:cubicBezTo>
                <a:cubicBezTo>
                  <a:pt x="1210804" y="5316"/>
                  <a:pt x="1279746" y="24605"/>
                  <a:pt x="1350451" y="29025"/>
                </a:cubicBezTo>
                <a:cubicBezTo>
                  <a:pt x="1535093" y="40276"/>
                  <a:pt x="1719483" y="30901"/>
                  <a:pt x="1903495" y="18310"/>
                </a:cubicBezTo>
                <a:cubicBezTo>
                  <a:pt x="2151898" y="628"/>
                  <a:pt x="2401172" y="2101"/>
                  <a:pt x="2649374" y="22730"/>
                </a:cubicBezTo>
                <a:cubicBezTo>
                  <a:pt x="2869445" y="43947"/>
                  <a:pt x="3091027" y="39942"/>
                  <a:pt x="3310304" y="10808"/>
                </a:cubicBezTo>
                <a:cubicBezTo>
                  <a:pt x="3434575" y="-7007"/>
                  <a:pt x="3559980" y="9067"/>
                  <a:pt x="3684881" y="10808"/>
                </a:cubicBezTo>
                <a:cubicBezTo>
                  <a:pt x="3752435" y="11746"/>
                  <a:pt x="3819992" y="12684"/>
                  <a:pt x="3887420" y="15630"/>
                </a:cubicBezTo>
                <a:lnTo>
                  <a:pt x="3910962" y="11105"/>
                </a:lnTo>
                <a:lnTo>
                  <a:pt x="3910962" y="2529660"/>
                </a:lnTo>
                <a:lnTo>
                  <a:pt x="6242" y="2529660"/>
                </a:lnTo>
                <a:lnTo>
                  <a:pt x="25280" y="2158134"/>
                </a:lnTo>
                <a:cubicBezTo>
                  <a:pt x="28243" y="1914439"/>
                  <a:pt x="36288" y="1670236"/>
                  <a:pt x="11167" y="1427303"/>
                </a:cubicBezTo>
                <a:cubicBezTo>
                  <a:pt x="-5908" y="1262723"/>
                  <a:pt x="865" y="1098905"/>
                  <a:pt x="3970" y="934453"/>
                </a:cubicBezTo>
                <a:cubicBezTo>
                  <a:pt x="7498" y="749680"/>
                  <a:pt x="5805" y="564783"/>
                  <a:pt x="5805" y="380010"/>
                </a:cubicBezTo>
                <a:cubicBezTo>
                  <a:pt x="5522" y="299625"/>
                  <a:pt x="10321" y="219748"/>
                  <a:pt x="18506" y="139744"/>
                </a:cubicBezTo>
                <a:lnTo>
                  <a:pt x="19072" y="23791"/>
                </a:lnTo>
                <a:lnTo>
                  <a:pt x="67093" y="27133"/>
                </a:lnTo>
                <a:cubicBezTo>
                  <a:pt x="226530" y="32207"/>
                  <a:pt x="385807" y="21156"/>
                  <a:pt x="545085" y="11612"/>
                </a:cubicBezTo>
                <a:cubicBezTo>
                  <a:pt x="644275" y="5719"/>
                  <a:pt x="743474" y="2069"/>
                  <a:pt x="842684" y="662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3A9F270A-23C2-4A09-BC7C-5CB160B890C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21992" y="3792430"/>
            <a:ext cx="3041329" cy="3065569"/>
          </a:xfrm>
          <a:custGeom>
            <a:avLst/>
            <a:gdLst>
              <a:gd name="connsiteX0" fmla="*/ 2750933 w 3041329"/>
              <a:gd name="connsiteY0" fmla="*/ 0 h 3065569"/>
              <a:gd name="connsiteX1" fmla="*/ 3041329 w 3041329"/>
              <a:gd name="connsiteY1" fmla="*/ 10946 h 3065569"/>
              <a:gd name="connsiteX2" fmla="*/ 3041329 w 3041329"/>
              <a:gd name="connsiteY2" fmla="*/ 175882 h 3065569"/>
              <a:gd name="connsiteX3" fmla="*/ 3034394 w 3041329"/>
              <a:gd name="connsiteY3" fmla="*/ 266109 h 3065569"/>
              <a:gd name="connsiteX4" fmla="*/ 3037217 w 3041329"/>
              <a:gd name="connsiteY4" fmla="*/ 802010 h 3065569"/>
              <a:gd name="connsiteX5" fmla="*/ 3025363 w 3041329"/>
              <a:gd name="connsiteY5" fmla="*/ 1170283 h 3065569"/>
              <a:gd name="connsiteX6" fmla="*/ 3020000 w 3041329"/>
              <a:gd name="connsiteY6" fmla="*/ 1316450 h 3065569"/>
              <a:gd name="connsiteX7" fmla="*/ 3014637 w 3041329"/>
              <a:gd name="connsiteY7" fmla="*/ 1344641 h 3065569"/>
              <a:gd name="connsiteX8" fmla="*/ 3014637 w 3041329"/>
              <a:gd name="connsiteY8" fmla="*/ 1357340 h 3065569"/>
              <a:gd name="connsiteX9" fmla="*/ 3021693 w 3041329"/>
              <a:gd name="connsiteY9" fmla="*/ 1384898 h 3065569"/>
              <a:gd name="connsiteX10" fmla="*/ 3029173 w 3041329"/>
              <a:gd name="connsiteY10" fmla="*/ 1911401 h 3065569"/>
              <a:gd name="connsiteX11" fmla="*/ 3039899 w 3041329"/>
              <a:gd name="connsiteY11" fmla="*/ 2395617 h 3065569"/>
              <a:gd name="connsiteX12" fmla="*/ 3041329 w 3041329"/>
              <a:gd name="connsiteY12" fmla="*/ 2446475 h 3065569"/>
              <a:gd name="connsiteX13" fmla="*/ 3041329 w 3041329"/>
              <a:gd name="connsiteY13" fmla="*/ 2649259 h 3065569"/>
              <a:gd name="connsiteX14" fmla="*/ 3040516 w 3041329"/>
              <a:gd name="connsiteY14" fmla="*/ 2683378 h 3065569"/>
              <a:gd name="connsiteX15" fmla="*/ 3029596 w 3041329"/>
              <a:gd name="connsiteY15" fmla="*/ 2971138 h 3065569"/>
              <a:gd name="connsiteX16" fmla="*/ 3031678 w 3041329"/>
              <a:gd name="connsiteY16" fmla="*/ 3022824 h 3065569"/>
              <a:gd name="connsiteX17" fmla="*/ 3034625 w 3041329"/>
              <a:gd name="connsiteY17" fmla="*/ 3065569 h 3065569"/>
              <a:gd name="connsiteX18" fmla="*/ 24938 w 3041329"/>
              <a:gd name="connsiteY18" fmla="*/ 3065569 h 3065569"/>
              <a:gd name="connsiteX19" fmla="*/ 25911 w 3041329"/>
              <a:gd name="connsiteY19" fmla="*/ 3001918 h 3065569"/>
              <a:gd name="connsiteX20" fmla="*/ 38276 w 3041329"/>
              <a:gd name="connsiteY20" fmla="*/ 2918677 h 3065569"/>
              <a:gd name="connsiteX21" fmla="*/ 28835 w 3041329"/>
              <a:gd name="connsiteY21" fmla="*/ 2491295 h 3065569"/>
              <a:gd name="connsiteX22" fmla="*/ 21053 w 3041329"/>
              <a:gd name="connsiteY22" fmla="*/ 2094786 h 3065569"/>
              <a:gd name="connsiteX23" fmla="*/ 16716 w 3041329"/>
              <a:gd name="connsiteY23" fmla="*/ 1719456 h 3065569"/>
              <a:gd name="connsiteX24" fmla="*/ 3192 w 3041329"/>
              <a:gd name="connsiteY24" fmla="*/ 1622752 h 3065569"/>
              <a:gd name="connsiteX25" fmla="*/ 24242 w 3041329"/>
              <a:gd name="connsiteY25" fmla="*/ 1269110 h 3065569"/>
              <a:gd name="connsiteX26" fmla="*/ 24242 w 3041329"/>
              <a:gd name="connsiteY26" fmla="*/ 1044447 h 3065569"/>
              <a:gd name="connsiteX27" fmla="*/ 13654 w 3041329"/>
              <a:gd name="connsiteY27" fmla="*/ 884594 h 3065569"/>
              <a:gd name="connsiteX28" fmla="*/ 23477 w 3041329"/>
              <a:gd name="connsiteY28" fmla="*/ 597929 h 3065569"/>
              <a:gd name="connsiteX29" fmla="*/ 26284 w 3041329"/>
              <a:gd name="connsiteY29" fmla="*/ 408605 h 3065569"/>
              <a:gd name="connsiteX30" fmla="*/ 33300 w 3041329"/>
              <a:gd name="connsiteY30" fmla="*/ 153452 h 3065569"/>
              <a:gd name="connsiteX31" fmla="*/ 16058 w 3041329"/>
              <a:gd name="connsiteY31" fmla="*/ 52511 h 3065569"/>
              <a:gd name="connsiteX32" fmla="*/ 13611 w 3041329"/>
              <a:gd name="connsiteY32" fmla="*/ 10473 h 3065569"/>
              <a:gd name="connsiteX33" fmla="*/ 222689 w 3041329"/>
              <a:gd name="connsiteY33" fmla="*/ 5194 h 3065569"/>
              <a:gd name="connsiteX34" fmla="*/ 988364 w 3041329"/>
              <a:gd name="connsiteY34" fmla="*/ 17002 h 3065569"/>
              <a:gd name="connsiteX35" fmla="*/ 1316477 w 3041329"/>
              <a:gd name="connsiteY35" fmla="*/ 7977 h 3065569"/>
              <a:gd name="connsiteX36" fmla="*/ 1738973 w 3041329"/>
              <a:gd name="connsiteY36" fmla="*/ 11247 h 3065569"/>
              <a:gd name="connsiteX37" fmla="*/ 2438148 w 3041329"/>
              <a:gd name="connsiteY37" fmla="*/ 11247 h 3065569"/>
              <a:gd name="connsiteX38" fmla="*/ 2750933 w 3041329"/>
              <a:gd name="connsiteY38" fmla="*/ 0 h 3065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041329" h="3065569">
                <a:moveTo>
                  <a:pt x="2750933" y="0"/>
                </a:moveTo>
                <a:lnTo>
                  <a:pt x="3041329" y="10946"/>
                </a:lnTo>
                <a:lnTo>
                  <a:pt x="3041329" y="175882"/>
                </a:lnTo>
                <a:lnTo>
                  <a:pt x="3034394" y="266109"/>
                </a:lnTo>
                <a:cubicBezTo>
                  <a:pt x="3019012" y="444912"/>
                  <a:pt x="3025927" y="623588"/>
                  <a:pt x="3037217" y="802010"/>
                </a:cubicBezTo>
                <a:cubicBezTo>
                  <a:pt x="3044443" y="924849"/>
                  <a:pt x="3040477" y="1048016"/>
                  <a:pt x="3025363" y="1170283"/>
                </a:cubicBezTo>
                <a:cubicBezTo>
                  <a:pt x="3020000" y="1218920"/>
                  <a:pt x="3020987" y="1267685"/>
                  <a:pt x="3020000" y="1316450"/>
                </a:cubicBezTo>
                <a:cubicBezTo>
                  <a:pt x="3019717" y="1325847"/>
                  <a:pt x="3026069" y="1336767"/>
                  <a:pt x="3014637" y="1344641"/>
                </a:cubicBezTo>
                <a:lnTo>
                  <a:pt x="3014637" y="1357340"/>
                </a:lnTo>
                <a:cubicBezTo>
                  <a:pt x="3027198" y="1364325"/>
                  <a:pt x="3020706" y="1375754"/>
                  <a:pt x="3021693" y="1384898"/>
                </a:cubicBezTo>
                <a:cubicBezTo>
                  <a:pt x="3038360" y="1560005"/>
                  <a:pt x="3040872" y="1735963"/>
                  <a:pt x="3029173" y="1911401"/>
                </a:cubicBezTo>
                <a:cubicBezTo>
                  <a:pt x="3020564" y="2072933"/>
                  <a:pt x="3029455" y="2234211"/>
                  <a:pt x="3039899" y="2395617"/>
                </a:cubicBezTo>
                <a:lnTo>
                  <a:pt x="3041329" y="2446475"/>
                </a:lnTo>
                <a:lnTo>
                  <a:pt x="3041329" y="2649259"/>
                </a:lnTo>
                <a:lnTo>
                  <a:pt x="3040516" y="2683378"/>
                </a:lnTo>
                <a:cubicBezTo>
                  <a:pt x="3036759" y="2779288"/>
                  <a:pt x="3031078" y="2875197"/>
                  <a:pt x="3029596" y="2971138"/>
                </a:cubicBezTo>
                <a:cubicBezTo>
                  <a:pt x="3029314" y="2988346"/>
                  <a:pt x="3030372" y="3005585"/>
                  <a:pt x="3031678" y="3022824"/>
                </a:cubicBezTo>
                <a:lnTo>
                  <a:pt x="3034625" y="3065569"/>
                </a:lnTo>
                <a:lnTo>
                  <a:pt x="24938" y="3065569"/>
                </a:lnTo>
                <a:lnTo>
                  <a:pt x="25911" y="3001918"/>
                </a:lnTo>
                <a:cubicBezTo>
                  <a:pt x="28191" y="2973959"/>
                  <a:pt x="32318" y="2946151"/>
                  <a:pt x="38276" y="2918677"/>
                </a:cubicBezTo>
                <a:cubicBezTo>
                  <a:pt x="68779" y="2777462"/>
                  <a:pt x="65552" y="2631030"/>
                  <a:pt x="28835" y="2491295"/>
                </a:cubicBezTo>
                <a:cubicBezTo>
                  <a:pt x="-4463" y="2359636"/>
                  <a:pt x="-11352" y="2227594"/>
                  <a:pt x="21053" y="2094786"/>
                </a:cubicBezTo>
                <a:cubicBezTo>
                  <a:pt x="51646" y="1971356"/>
                  <a:pt x="50153" y="1842146"/>
                  <a:pt x="16716" y="1719456"/>
                </a:cubicBezTo>
                <a:cubicBezTo>
                  <a:pt x="9316" y="1687689"/>
                  <a:pt x="4787" y="1655323"/>
                  <a:pt x="3192" y="1622752"/>
                </a:cubicBezTo>
                <a:cubicBezTo>
                  <a:pt x="-6887" y="1503851"/>
                  <a:pt x="10081" y="1386608"/>
                  <a:pt x="24242" y="1269110"/>
                </a:cubicBezTo>
                <a:cubicBezTo>
                  <a:pt x="33683" y="1194222"/>
                  <a:pt x="48099" y="1118569"/>
                  <a:pt x="24242" y="1044447"/>
                </a:cubicBezTo>
                <a:cubicBezTo>
                  <a:pt x="7899" y="992791"/>
                  <a:pt x="4264" y="937959"/>
                  <a:pt x="13654" y="884594"/>
                </a:cubicBezTo>
                <a:cubicBezTo>
                  <a:pt x="29486" y="789881"/>
                  <a:pt x="32790" y="693497"/>
                  <a:pt x="23477" y="597929"/>
                </a:cubicBezTo>
                <a:cubicBezTo>
                  <a:pt x="17328" y="534919"/>
                  <a:pt x="18272" y="471411"/>
                  <a:pt x="26284" y="408605"/>
                </a:cubicBezTo>
                <a:cubicBezTo>
                  <a:pt x="36872" y="324149"/>
                  <a:pt x="53330" y="238162"/>
                  <a:pt x="33300" y="153452"/>
                </a:cubicBezTo>
                <a:cubicBezTo>
                  <a:pt x="25327" y="119804"/>
                  <a:pt x="19745" y="86163"/>
                  <a:pt x="16058" y="52511"/>
                </a:cubicBezTo>
                <a:lnTo>
                  <a:pt x="13611" y="10473"/>
                </a:lnTo>
                <a:lnTo>
                  <a:pt x="222689" y="5194"/>
                </a:lnTo>
                <a:cubicBezTo>
                  <a:pt x="477949" y="4054"/>
                  <a:pt x="733156" y="16119"/>
                  <a:pt x="988364" y="17002"/>
                </a:cubicBezTo>
                <a:cubicBezTo>
                  <a:pt x="1097946" y="17394"/>
                  <a:pt x="1207148" y="12424"/>
                  <a:pt x="1316477" y="7977"/>
                </a:cubicBezTo>
                <a:cubicBezTo>
                  <a:pt x="1457478" y="2353"/>
                  <a:pt x="1598225" y="13470"/>
                  <a:pt x="1738973" y="11247"/>
                </a:cubicBezTo>
                <a:cubicBezTo>
                  <a:pt x="1972073" y="7585"/>
                  <a:pt x="2205047" y="18310"/>
                  <a:pt x="2438148" y="11247"/>
                </a:cubicBezTo>
                <a:cubicBezTo>
                  <a:pt x="2542410" y="7977"/>
                  <a:pt x="2646671" y="3007"/>
                  <a:pt x="275093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3DF8F2-18BB-45CB-8A9F-A6F8DED4CE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27598" y="0"/>
            <a:ext cx="3035794" cy="3597039"/>
          </a:xfrm>
          <a:custGeom>
            <a:avLst/>
            <a:gdLst>
              <a:gd name="connsiteX0" fmla="*/ 19840 w 3035794"/>
              <a:gd name="connsiteY0" fmla="*/ 0 h 3597039"/>
              <a:gd name="connsiteX1" fmla="*/ 3028263 w 3035794"/>
              <a:gd name="connsiteY1" fmla="*/ 0 h 3597039"/>
              <a:gd name="connsiteX2" fmla="*/ 3024697 w 3035794"/>
              <a:gd name="connsiteY2" fmla="*/ 140686 h 3597039"/>
              <a:gd name="connsiteX3" fmla="*/ 3035552 w 3035794"/>
              <a:gd name="connsiteY3" fmla="*/ 655695 h 3597039"/>
              <a:gd name="connsiteX4" fmla="*/ 3017206 w 3035794"/>
              <a:gd name="connsiteY4" fmla="*/ 941424 h 3597039"/>
              <a:gd name="connsiteX5" fmla="*/ 3027314 w 3035794"/>
              <a:gd name="connsiteY5" fmla="*/ 1375590 h 3597039"/>
              <a:gd name="connsiteX6" fmla="*/ 3035723 w 3035794"/>
              <a:gd name="connsiteY6" fmla="*/ 1661758 h 3597039"/>
              <a:gd name="connsiteX7" fmla="*/ 3035723 w 3035794"/>
              <a:gd name="connsiteY7" fmla="*/ 2108768 h 3597039"/>
              <a:gd name="connsiteX8" fmla="*/ 3024686 w 3035794"/>
              <a:gd name="connsiteY8" fmla="*/ 2232285 h 3597039"/>
              <a:gd name="connsiteX9" fmla="*/ 3025391 w 3035794"/>
              <a:gd name="connsiteY9" fmla="*/ 2548746 h 3597039"/>
              <a:gd name="connsiteX10" fmla="*/ 3024544 w 3035794"/>
              <a:gd name="connsiteY10" fmla="*/ 2932131 h 3597039"/>
              <a:gd name="connsiteX11" fmla="*/ 3029484 w 3035794"/>
              <a:gd name="connsiteY11" fmla="*/ 3206050 h 3597039"/>
              <a:gd name="connsiteX12" fmla="*/ 3029484 w 3035794"/>
              <a:gd name="connsiteY12" fmla="*/ 3492287 h 3597039"/>
              <a:gd name="connsiteX13" fmla="*/ 3026528 w 3035794"/>
              <a:gd name="connsiteY13" fmla="*/ 3584038 h 3597039"/>
              <a:gd name="connsiteX14" fmla="*/ 2536033 w 3035794"/>
              <a:gd name="connsiteY14" fmla="*/ 3578457 h 3597039"/>
              <a:gd name="connsiteX15" fmla="*/ 2062105 w 3035794"/>
              <a:gd name="connsiteY15" fmla="*/ 3578457 h 3597039"/>
              <a:gd name="connsiteX16" fmla="*/ 1545736 w 3035794"/>
              <a:gd name="connsiteY16" fmla="*/ 3591536 h 3597039"/>
              <a:gd name="connsiteX17" fmla="*/ 1047737 w 3035794"/>
              <a:gd name="connsiteY17" fmla="*/ 3582381 h 3597039"/>
              <a:gd name="connsiteX18" fmla="*/ 522627 w 3035794"/>
              <a:gd name="connsiteY18" fmla="*/ 3586174 h 3597039"/>
              <a:gd name="connsiteX19" fmla="*/ 179310 w 3035794"/>
              <a:gd name="connsiteY19" fmla="*/ 3582119 h 3597039"/>
              <a:gd name="connsiteX20" fmla="*/ 12768 w 3035794"/>
              <a:gd name="connsiteY20" fmla="*/ 3583434 h 3597039"/>
              <a:gd name="connsiteX21" fmla="*/ 14927 w 3035794"/>
              <a:gd name="connsiteY21" fmla="*/ 3541208 h 3597039"/>
              <a:gd name="connsiteX22" fmla="*/ 15947 w 3035794"/>
              <a:gd name="connsiteY22" fmla="*/ 3236172 h 3597039"/>
              <a:gd name="connsiteX23" fmla="*/ 15947 w 3035794"/>
              <a:gd name="connsiteY23" fmla="*/ 3093031 h 3597039"/>
              <a:gd name="connsiteX24" fmla="*/ 22581 w 3035794"/>
              <a:gd name="connsiteY24" fmla="*/ 2901666 h 3597039"/>
              <a:gd name="connsiteX25" fmla="*/ 9823 w 3035794"/>
              <a:gd name="connsiteY25" fmla="*/ 2816955 h 3597039"/>
              <a:gd name="connsiteX26" fmla="*/ 16074 w 3035794"/>
              <a:gd name="connsiteY26" fmla="*/ 2600075 h 3597039"/>
              <a:gd name="connsiteX27" fmla="*/ 22836 w 3035794"/>
              <a:gd name="connsiteY27" fmla="*/ 2349514 h 3597039"/>
              <a:gd name="connsiteX28" fmla="*/ 23857 w 3035794"/>
              <a:gd name="connsiteY28" fmla="*/ 2147560 h 3597039"/>
              <a:gd name="connsiteX29" fmla="*/ 26663 w 3035794"/>
              <a:gd name="connsiteY29" fmla="*/ 1765978 h 3597039"/>
              <a:gd name="connsiteX30" fmla="*/ 24367 w 3035794"/>
              <a:gd name="connsiteY30" fmla="*/ 1543612 h 3597039"/>
              <a:gd name="connsiteX31" fmla="*/ 24367 w 3035794"/>
              <a:gd name="connsiteY31" fmla="*/ 1033305 h 3597039"/>
              <a:gd name="connsiteX32" fmla="*/ 25133 w 3035794"/>
              <a:gd name="connsiteY32" fmla="*/ 759271 h 3597039"/>
              <a:gd name="connsiteX33" fmla="*/ 14289 w 3035794"/>
              <a:gd name="connsiteY33" fmla="*/ 353321 h 3597039"/>
              <a:gd name="connsiteX34" fmla="*/ 22581 w 3035794"/>
              <a:gd name="connsiteY34" fmla="*/ 20346 h 3597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035794" h="3597039">
                <a:moveTo>
                  <a:pt x="19840" y="0"/>
                </a:moveTo>
                <a:lnTo>
                  <a:pt x="3028263" y="0"/>
                </a:lnTo>
                <a:lnTo>
                  <a:pt x="3024697" y="140686"/>
                </a:lnTo>
                <a:cubicBezTo>
                  <a:pt x="3025259" y="312749"/>
                  <a:pt x="3037669" y="484544"/>
                  <a:pt x="3035552" y="655695"/>
                </a:cubicBezTo>
                <a:cubicBezTo>
                  <a:pt x="3034423" y="750938"/>
                  <a:pt x="3013255" y="845927"/>
                  <a:pt x="3017206" y="941424"/>
                </a:cubicBezTo>
                <a:cubicBezTo>
                  <a:pt x="3022992" y="1086130"/>
                  <a:pt x="3024933" y="1230868"/>
                  <a:pt x="3027314" y="1375590"/>
                </a:cubicBezTo>
                <a:lnTo>
                  <a:pt x="3035723" y="1661758"/>
                </a:lnTo>
                <a:lnTo>
                  <a:pt x="3035723" y="2108768"/>
                </a:lnTo>
                <a:lnTo>
                  <a:pt x="3024686" y="2232285"/>
                </a:lnTo>
                <a:cubicBezTo>
                  <a:pt x="3008033" y="2337306"/>
                  <a:pt x="3018335" y="2443217"/>
                  <a:pt x="3025391" y="2548746"/>
                </a:cubicBezTo>
                <a:cubicBezTo>
                  <a:pt x="3034000" y="2676499"/>
                  <a:pt x="3038657" y="2804125"/>
                  <a:pt x="3024544" y="2932131"/>
                </a:cubicBezTo>
                <a:cubicBezTo>
                  <a:pt x="3014384" y="3023183"/>
                  <a:pt x="3023839" y="3114743"/>
                  <a:pt x="3029484" y="3206050"/>
                </a:cubicBezTo>
                <a:cubicBezTo>
                  <a:pt x="3036822" y="3301343"/>
                  <a:pt x="3036822" y="3396994"/>
                  <a:pt x="3029484" y="3492287"/>
                </a:cubicBezTo>
                <a:lnTo>
                  <a:pt x="3026528" y="3584038"/>
                </a:lnTo>
                <a:lnTo>
                  <a:pt x="2536033" y="3578457"/>
                </a:lnTo>
                <a:cubicBezTo>
                  <a:pt x="2378057" y="3583558"/>
                  <a:pt x="2220080" y="3585390"/>
                  <a:pt x="2062105" y="3578457"/>
                </a:cubicBezTo>
                <a:cubicBezTo>
                  <a:pt x="1889685" y="3570479"/>
                  <a:pt x="1717648" y="3579504"/>
                  <a:pt x="1545736" y="3591536"/>
                </a:cubicBezTo>
                <a:cubicBezTo>
                  <a:pt x="1379525" y="3603177"/>
                  <a:pt x="1213695" y="3594544"/>
                  <a:pt x="1047737" y="3582381"/>
                </a:cubicBezTo>
                <a:cubicBezTo>
                  <a:pt x="872873" y="3569328"/>
                  <a:pt x="697288" y="3570585"/>
                  <a:pt x="522627" y="3586174"/>
                </a:cubicBezTo>
                <a:cubicBezTo>
                  <a:pt x="408103" y="3596376"/>
                  <a:pt x="293327" y="3581074"/>
                  <a:pt x="179310" y="3582119"/>
                </a:cubicBezTo>
                <a:lnTo>
                  <a:pt x="12768" y="3583434"/>
                </a:lnTo>
                <a:lnTo>
                  <a:pt x="14927" y="3541208"/>
                </a:lnTo>
                <a:cubicBezTo>
                  <a:pt x="24495" y="3440295"/>
                  <a:pt x="35084" y="3338234"/>
                  <a:pt x="15947" y="3236172"/>
                </a:cubicBezTo>
                <a:cubicBezTo>
                  <a:pt x="7719" y="3188816"/>
                  <a:pt x="7719" y="3140388"/>
                  <a:pt x="15947" y="3093031"/>
                </a:cubicBezTo>
                <a:cubicBezTo>
                  <a:pt x="25898" y="3029243"/>
                  <a:pt x="35339" y="2966092"/>
                  <a:pt x="22581" y="2901666"/>
                </a:cubicBezTo>
                <a:cubicBezTo>
                  <a:pt x="16968" y="2873599"/>
                  <a:pt x="12758" y="2845277"/>
                  <a:pt x="9823" y="2816955"/>
                </a:cubicBezTo>
                <a:cubicBezTo>
                  <a:pt x="3980" y="2744645"/>
                  <a:pt x="6072" y="2671926"/>
                  <a:pt x="16074" y="2600075"/>
                </a:cubicBezTo>
                <a:cubicBezTo>
                  <a:pt x="25643" y="2516640"/>
                  <a:pt x="10079" y="2432694"/>
                  <a:pt x="22836" y="2349514"/>
                </a:cubicBezTo>
                <a:cubicBezTo>
                  <a:pt x="31895" y="2282524"/>
                  <a:pt x="32239" y="2214640"/>
                  <a:pt x="23857" y="2147560"/>
                </a:cubicBezTo>
                <a:cubicBezTo>
                  <a:pt x="8778" y="2020749"/>
                  <a:pt x="9721" y="1892547"/>
                  <a:pt x="26663" y="1765978"/>
                </a:cubicBezTo>
                <a:cubicBezTo>
                  <a:pt x="37125" y="1692111"/>
                  <a:pt x="43121" y="1616076"/>
                  <a:pt x="24367" y="1543612"/>
                </a:cubicBezTo>
                <a:cubicBezTo>
                  <a:pt x="-19775" y="1373297"/>
                  <a:pt x="5996" y="1202727"/>
                  <a:pt x="24367" y="1033305"/>
                </a:cubicBezTo>
                <a:cubicBezTo>
                  <a:pt x="35530" y="942318"/>
                  <a:pt x="35786" y="850322"/>
                  <a:pt x="25133" y="759271"/>
                </a:cubicBezTo>
                <a:cubicBezTo>
                  <a:pt x="6226" y="624792"/>
                  <a:pt x="2577" y="488614"/>
                  <a:pt x="14289" y="353321"/>
                </a:cubicBezTo>
                <a:cubicBezTo>
                  <a:pt x="24877" y="242712"/>
                  <a:pt x="35339" y="131848"/>
                  <a:pt x="22581" y="20346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6" y="429768"/>
            <a:ext cx="3922776" cy="1645920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706624"/>
            <a:ext cx="3931920" cy="33832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3D56BB16-3103-4F61-889C-DDC4E4A678C2}"/>
              </a:ext>
            </a:extLst>
          </p:cNvPr>
          <p:cNvSpPr/>
          <p:nvPr userDrawn="1"/>
        </p:nvSpPr>
        <p:spPr>
          <a:xfrm>
            <a:off x="629328" y="2423160"/>
            <a:ext cx="3877056" cy="27432"/>
          </a:xfrm>
          <a:custGeom>
            <a:avLst/>
            <a:gdLst>
              <a:gd name="connsiteX0" fmla="*/ 0 w 3877056"/>
              <a:gd name="connsiteY0" fmla="*/ 0 h 27432"/>
              <a:gd name="connsiteX1" fmla="*/ 723717 w 3877056"/>
              <a:gd name="connsiteY1" fmla="*/ 0 h 27432"/>
              <a:gd name="connsiteX2" fmla="*/ 1408664 w 3877056"/>
              <a:gd name="connsiteY2" fmla="*/ 0 h 27432"/>
              <a:gd name="connsiteX3" fmla="*/ 2093610 w 3877056"/>
              <a:gd name="connsiteY3" fmla="*/ 0 h 27432"/>
              <a:gd name="connsiteX4" fmla="*/ 2623475 w 3877056"/>
              <a:gd name="connsiteY4" fmla="*/ 0 h 27432"/>
              <a:gd name="connsiteX5" fmla="*/ 3192109 w 3877056"/>
              <a:gd name="connsiteY5" fmla="*/ 0 h 27432"/>
              <a:gd name="connsiteX6" fmla="*/ 3877056 w 3877056"/>
              <a:gd name="connsiteY6" fmla="*/ 0 h 27432"/>
              <a:gd name="connsiteX7" fmla="*/ 3877056 w 3877056"/>
              <a:gd name="connsiteY7" fmla="*/ 27432 h 27432"/>
              <a:gd name="connsiteX8" fmla="*/ 3230880 w 3877056"/>
              <a:gd name="connsiteY8" fmla="*/ 27432 h 27432"/>
              <a:gd name="connsiteX9" fmla="*/ 2701016 w 3877056"/>
              <a:gd name="connsiteY9" fmla="*/ 27432 h 27432"/>
              <a:gd name="connsiteX10" fmla="*/ 2171151 w 3877056"/>
              <a:gd name="connsiteY10" fmla="*/ 27432 h 27432"/>
              <a:gd name="connsiteX11" fmla="*/ 1486205 w 3877056"/>
              <a:gd name="connsiteY11" fmla="*/ 27432 h 27432"/>
              <a:gd name="connsiteX12" fmla="*/ 917570 w 3877056"/>
              <a:gd name="connsiteY12" fmla="*/ 27432 h 27432"/>
              <a:gd name="connsiteX13" fmla="*/ 0 w 3877056"/>
              <a:gd name="connsiteY13" fmla="*/ 27432 h 27432"/>
              <a:gd name="connsiteX14" fmla="*/ 0 w 3877056"/>
              <a:gd name="connsiteY14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7056" h="27432" fill="none" extrusionOk="0">
                <a:moveTo>
                  <a:pt x="0" y="0"/>
                </a:moveTo>
                <a:cubicBezTo>
                  <a:pt x="212376" y="-32836"/>
                  <a:pt x="570944" y="24926"/>
                  <a:pt x="723717" y="0"/>
                </a:cubicBezTo>
                <a:cubicBezTo>
                  <a:pt x="876490" y="-24926"/>
                  <a:pt x="1149502" y="-13047"/>
                  <a:pt x="1408664" y="0"/>
                </a:cubicBezTo>
                <a:cubicBezTo>
                  <a:pt x="1667826" y="13047"/>
                  <a:pt x="1931449" y="-10086"/>
                  <a:pt x="2093610" y="0"/>
                </a:cubicBezTo>
                <a:cubicBezTo>
                  <a:pt x="2255771" y="10086"/>
                  <a:pt x="2364217" y="17704"/>
                  <a:pt x="2623475" y="0"/>
                </a:cubicBezTo>
                <a:cubicBezTo>
                  <a:pt x="2882734" y="-17704"/>
                  <a:pt x="3039913" y="-18191"/>
                  <a:pt x="3192109" y="0"/>
                </a:cubicBezTo>
                <a:cubicBezTo>
                  <a:pt x="3344305" y="18191"/>
                  <a:pt x="3704655" y="9863"/>
                  <a:pt x="3877056" y="0"/>
                </a:cubicBezTo>
                <a:cubicBezTo>
                  <a:pt x="3876099" y="8431"/>
                  <a:pt x="3876707" y="14612"/>
                  <a:pt x="3877056" y="27432"/>
                </a:cubicBezTo>
                <a:cubicBezTo>
                  <a:pt x="3653020" y="26009"/>
                  <a:pt x="3480940" y="44647"/>
                  <a:pt x="3230880" y="27432"/>
                </a:cubicBezTo>
                <a:cubicBezTo>
                  <a:pt x="2980820" y="10217"/>
                  <a:pt x="2872670" y="48866"/>
                  <a:pt x="2701016" y="27432"/>
                </a:cubicBezTo>
                <a:cubicBezTo>
                  <a:pt x="2529362" y="5998"/>
                  <a:pt x="2364157" y="35954"/>
                  <a:pt x="2171151" y="27432"/>
                </a:cubicBezTo>
                <a:cubicBezTo>
                  <a:pt x="1978146" y="18910"/>
                  <a:pt x="1773461" y="38798"/>
                  <a:pt x="1486205" y="27432"/>
                </a:cubicBezTo>
                <a:cubicBezTo>
                  <a:pt x="1198949" y="16066"/>
                  <a:pt x="1139376" y="-574"/>
                  <a:pt x="917570" y="27432"/>
                </a:cubicBezTo>
                <a:cubicBezTo>
                  <a:pt x="695765" y="55438"/>
                  <a:pt x="293344" y="-5450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877056" h="27432" stroke="0" extrusionOk="0">
                <a:moveTo>
                  <a:pt x="0" y="0"/>
                </a:moveTo>
                <a:cubicBezTo>
                  <a:pt x="192669" y="-10137"/>
                  <a:pt x="331692" y="-29256"/>
                  <a:pt x="607405" y="0"/>
                </a:cubicBezTo>
                <a:cubicBezTo>
                  <a:pt x="883118" y="29256"/>
                  <a:pt x="907253" y="-6037"/>
                  <a:pt x="1137270" y="0"/>
                </a:cubicBezTo>
                <a:cubicBezTo>
                  <a:pt x="1367288" y="6037"/>
                  <a:pt x="1546023" y="-32212"/>
                  <a:pt x="1860987" y="0"/>
                </a:cubicBezTo>
                <a:cubicBezTo>
                  <a:pt x="2175951" y="32212"/>
                  <a:pt x="2298836" y="29855"/>
                  <a:pt x="2468392" y="0"/>
                </a:cubicBezTo>
                <a:cubicBezTo>
                  <a:pt x="2637949" y="-29855"/>
                  <a:pt x="2790821" y="13504"/>
                  <a:pt x="3075798" y="0"/>
                </a:cubicBezTo>
                <a:cubicBezTo>
                  <a:pt x="3360775" y="-13504"/>
                  <a:pt x="3584812" y="38899"/>
                  <a:pt x="3877056" y="0"/>
                </a:cubicBezTo>
                <a:cubicBezTo>
                  <a:pt x="3875701" y="9524"/>
                  <a:pt x="3875854" y="13975"/>
                  <a:pt x="3877056" y="27432"/>
                </a:cubicBezTo>
                <a:cubicBezTo>
                  <a:pt x="3651600" y="-703"/>
                  <a:pt x="3532844" y="44229"/>
                  <a:pt x="3230880" y="27432"/>
                </a:cubicBezTo>
                <a:cubicBezTo>
                  <a:pt x="2928916" y="10635"/>
                  <a:pt x="2860399" y="20237"/>
                  <a:pt x="2701016" y="27432"/>
                </a:cubicBezTo>
                <a:cubicBezTo>
                  <a:pt x="2541633" y="34627"/>
                  <a:pt x="2238516" y="40277"/>
                  <a:pt x="2054840" y="27432"/>
                </a:cubicBezTo>
                <a:cubicBezTo>
                  <a:pt x="1871164" y="14587"/>
                  <a:pt x="1583795" y="3252"/>
                  <a:pt x="1408664" y="27432"/>
                </a:cubicBezTo>
                <a:cubicBezTo>
                  <a:pt x="1233533" y="51612"/>
                  <a:pt x="956608" y="20984"/>
                  <a:pt x="801258" y="27432"/>
                </a:cubicBezTo>
                <a:cubicBezTo>
                  <a:pt x="645908" y="33880"/>
                  <a:pt x="165566" y="12646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936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6E9FA88B-AFEE-4852-B85E-7E7C8AF78BFF}"/>
              </a:ext>
            </a:extLst>
          </p:cNvPr>
          <p:cNvSpPr/>
          <p:nvPr userDrawn="1"/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02336"/>
            <a:ext cx="10515600" cy="1344168"/>
          </a:xfrm>
        </p:spPr>
        <p:txBody>
          <a:bodyPr/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08AE94-7094-4D70-9812-D22ECD79C7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70635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B505429-1B51-4AA8-8307-05F6447493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2871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3F3360D-2801-410A-A4E5-7AE529A3E3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5107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32">
            <a:extLst>
              <a:ext uri="{FF2B5EF4-FFF2-40B4-BE49-F238E27FC236}">
                <a16:creationId xmlns:a16="http://schemas.microsoft.com/office/drawing/2014/main" id="{B745A5D6-A4E0-4308-9600-DE5E195729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216" y="4315968"/>
            <a:ext cx="3063240" cy="54864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4" name="Text Placeholder 32">
            <a:extLst>
              <a:ext uri="{FF2B5EF4-FFF2-40B4-BE49-F238E27FC236}">
                <a16:creationId xmlns:a16="http://schemas.microsoft.com/office/drawing/2014/main" id="{C3466BB8-D955-4280-BA4D-66F3DC0341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62856" y="4315968"/>
            <a:ext cx="3063240" cy="548640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F829B8DE-3184-4E0A-AAD4-8F27B55DA9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40496" y="4315968"/>
            <a:ext cx="3063240" cy="548640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24803387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18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14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31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652652-7F16-594D-3FF8-DA3C1A30C52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33250" y="6672580"/>
            <a:ext cx="347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ro-RO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895883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44" r:id="rId5"/>
    <p:sldLayoutId id="2147483751" r:id="rId6"/>
    <p:sldLayoutId id="2147483752" r:id="rId7"/>
    <p:sldLayoutId id="2147483753" r:id="rId8"/>
    <p:sldLayoutId id="2147483724" r:id="rId9"/>
    <p:sldLayoutId id="2147483737" r:id="rId10"/>
    <p:sldLayoutId id="2147483755" r:id="rId11"/>
    <p:sldLayoutId id="2147483754" r:id="rId12"/>
    <p:sldLayoutId id="2147483756" r:id="rId13"/>
    <p:sldLayoutId id="2147483739" r:id="rId14"/>
    <p:sldLayoutId id="2147483740" r:id="rId15"/>
    <p:sldLayoutId id="2147483741" r:id="rId16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7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6.png"/><Relationship Id="rId1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3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6" Type="http://schemas.openxmlformats.org/officeDocument/2006/relationships/customXml" Target="../ink/ink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11" Type="http://schemas.openxmlformats.org/officeDocument/2006/relationships/customXml" Target="../ink/ink1.xml"/><Relationship Id="rId5" Type="http://schemas.openxmlformats.org/officeDocument/2006/relationships/image" Target="../media/image10.png"/><Relationship Id="rId15" Type="http://schemas.openxmlformats.org/officeDocument/2006/relationships/image" Target="../media/image18.png"/><Relationship Id="rId10" Type="http://schemas.openxmlformats.org/officeDocument/2006/relationships/image" Target="../media/image15.pn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customXml" Target="../ink/ink4.xml"/><Relationship Id="rId18" Type="http://schemas.openxmlformats.org/officeDocument/2006/relationships/customXml" Target="../ink/ink7.xml"/><Relationship Id="rId3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29.png"/><Relationship Id="rId2" Type="http://schemas.openxmlformats.org/officeDocument/2006/relationships/image" Target="../media/image21.png"/><Relationship Id="rId16" Type="http://schemas.openxmlformats.org/officeDocument/2006/relationships/customXml" Target="../ink/ink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11" Type="http://schemas.openxmlformats.org/officeDocument/2006/relationships/image" Target="../media/image12.png"/><Relationship Id="rId5" Type="http://schemas.openxmlformats.org/officeDocument/2006/relationships/image" Target="../media/image24.png"/><Relationship Id="rId15" Type="http://schemas.openxmlformats.org/officeDocument/2006/relationships/customXml" Target="../ink/ink5.xml"/><Relationship Id="rId10" Type="http://schemas.openxmlformats.org/officeDocument/2006/relationships/image" Target="../media/image11.svg"/><Relationship Id="rId19" Type="http://schemas.openxmlformats.org/officeDocument/2006/relationships/image" Target="../media/image250.png"/><Relationship Id="rId4" Type="http://schemas.openxmlformats.org/officeDocument/2006/relationships/image" Target="../media/image23.png"/><Relationship Id="rId9" Type="http://schemas.openxmlformats.org/officeDocument/2006/relationships/image" Target="../media/image10.png"/><Relationship Id="rId1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6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10" Type="http://schemas.openxmlformats.org/officeDocument/2006/relationships/image" Target="../media/image3.png"/><Relationship Id="rId4" Type="http://schemas.openxmlformats.org/officeDocument/2006/relationships/image" Target="../media/image27.png"/><Relationship Id="rId9" Type="http://schemas.microsoft.com/office/2007/relationships/diagramDrawing" Target="../diagrams/drawing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ED8E54F9-849C-4865-8C5E-FD967B81D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91AE6B3-1D2D-4C67-A4DB-888635B52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054983"/>
          </a:xfrm>
          <a:custGeom>
            <a:avLst/>
            <a:gdLst>
              <a:gd name="connsiteX0" fmla="*/ 6788003 w 12188952"/>
              <a:gd name="connsiteY0" fmla="*/ 5986774 h 6054983"/>
              <a:gd name="connsiteX1" fmla="*/ 6787005 w 12188952"/>
              <a:gd name="connsiteY1" fmla="*/ 5986852 h 6054983"/>
              <a:gd name="connsiteX2" fmla="*/ 6786779 w 12188952"/>
              <a:gd name="connsiteY2" fmla="*/ 5987386 h 6054983"/>
              <a:gd name="connsiteX3" fmla="*/ 0 w 12188952"/>
              <a:gd name="connsiteY3" fmla="*/ 0 h 6054983"/>
              <a:gd name="connsiteX4" fmla="*/ 12188952 w 12188952"/>
              <a:gd name="connsiteY4" fmla="*/ 0 h 6054983"/>
              <a:gd name="connsiteX5" fmla="*/ 12188952 w 12188952"/>
              <a:gd name="connsiteY5" fmla="*/ 5092539 h 6054983"/>
              <a:gd name="connsiteX6" fmla="*/ 12058081 w 12188952"/>
              <a:gd name="connsiteY6" fmla="*/ 5131579 h 6054983"/>
              <a:gd name="connsiteX7" fmla="*/ 11673881 w 12188952"/>
              <a:gd name="connsiteY7" fmla="*/ 5235154 h 6054983"/>
              <a:gd name="connsiteX8" fmla="*/ 10422749 w 12188952"/>
              <a:gd name="connsiteY8" fmla="*/ 5518693 h 6054983"/>
              <a:gd name="connsiteX9" fmla="*/ 9421666 w 12188952"/>
              <a:gd name="connsiteY9" fmla="*/ 5693855 h 6054983"/>
              <a:gd name="connsiteX10" fmla="*/ 8456304 w 12188952"/>
              <a:gd name="connsiteY10" fmla="*/ 5827556 h 6054983"/>
              <a:gd name="connsiteX11" fmla="*/ 7714041 w 12188952"/>
              <a:gd name="connsiteY11" fmla="*/ 5907503 h 6054983"/>
              <a:gd name="connsiteX12" fmla="*/ 6949978 w 12188952"/>
              <a:gd name="connsiteY12" fmla="*/ 5973283 h 6054983"/>
              <a:gd name="connsiteX13" fmla="*/ 6934569 w 12188952"/>
              <a:gd name="connsiteY13" fmla="*/ 5975354 h 6054983"/>
              <a:gd name="connsiteX14" fmla="*/ 6788750 w 12188952"/>
              <a:gd name="connsiteY14" fmla="*/ 5986715 h 6054983"/>
              <a:gd name="connsiteX15" fmla="*/ 6798241 w 12188952"/>
              <a:gd name="connsiteY15" fmla="*/ 5988535 h 6054983"/>
              <a:gd name="connsiteX16" fmla="*/ 6833723 w 12188952"/>
              <a:gd name="connsiteY16" fmla="*/ 5986828 h 6054983"/>
              <a:gd name="connsiteX17" fmla="*/ 6882282 w 12188952"/>
              <a:gd name="connsiteY17" fmla="*/ 5983850 h 6054983"/>
              <a:gd name="connsiteX18" fmla="*/ 7576876 w 12188952"/>
              <a:gd name="connsiteY18" fmla="*/ 5951323 h 6054983"/>
              <a:gd name="connsiteX19" fmla="*/ 8621689 w 12188952"/>
              <a:gd name="connsiteY19" fmla="*/ 5864426 h 6054983"/>
              <a:gd name="connsiteX20" fmla="*/ 9477600 w 12188952"/>
              <a:gd name="connsiteY20" fmla="*/ 5760520 h 6054983"/>
              <a:gd name="connsiteX21" fmla="*/ 10626651 w 12188952"/>
              <a:gd name="connsiteY21" fmla="*/ 5566363 h 6054983"/>
              <a:gd name="connsiteX22" fmla="*/ 11995498 w 12188952"/>
              <a:gd name="connsiteY22" fmla="*/ 5240369 h 6054983"/>
              <a:gd name="connsiteX23" fmla="*/ 12188952 w 12188952"/>
              <a:gd name="connsiteY23" fmla="*/ 5183370 h 6054983"/>
              <a:gd name="connsiteX24" fmla="*/ 12188952 w 12188952"/>
              <a:gd name="connsiteY24" fmla="*/ 5238107 h 6054983"/>
              <a:gd name="connsiteX25" fmla="*/ 11826300 w 12188952"/>
              <a:gd name="connsiteY25" fmla="*/ 5343406 h 6054983"/>
              <a:gd name="connsiteX26" fmla="*/ 10936448 w 12188952"/>
              <a:gd name="connsiteY26" fmla="*/ 5557921 h 6054983"/>
              <a:gd name="connsiteX27" fmla="*/ 9983034 w 12188952"/>
              <a:gd name="connsiteY27" fmla="*/ 5737926 h 6054983"/>
              <a:gd name="connsiteX28" fmla="*/ 9184585 w 12188952"/>
              <a:gd name="connsiteY28" fmla="*/ 5853873 h 6054983"/>
              <a:gd name="connsiteX29" fmla="*/ 8576053 w 12188952"/>
              <a:gd name="connsiteY29" fmla="*/ 5923392 h 6054983"/>
              <a:gd name="connsiteX30" fmla="*/ 7862392 w 12188952"/>
              <a:gd name="connsiteY30" fmla="*/ 5984843 h 6054983"/>
              <a:gd name="connsiteX31" fmla="*/ 6933768 w 12188952"/>
              <a:gd name="connsiteY31" fmla="*/ 6036237 h 6054983"/>
              <a:gd name="connsiteX32" fmla="*/ 6476130 w 12188952"/>
              <a:gd name="connsiteY32" fmla="*/ 6050140 h 6054983"/>
              <a:gd name="connsiteX33" fmla="*/ 6360703 w 12188952"/>
              <a:gd name="connsiteY33" fmla="*/ 6054983 h 6054983"/>
              <a:gd name="connsiteX34" fmla="*/ 6055614 w 12188952"/>
              <a:gd name="connsiteY34" fmla="*/ 6054983 h 6054983"/>
              <a:gd name="connsiteX35" fmla="*/ 5976289 w 12188952"/>
              <a:gd name="connsiteY35" fmla="*/ 6050389 h 6054983"/>
              <a:gd name="connsiteX36" fmla="*/ 5263770 w 12188952"/>
              <a:gd name="connsiteY36" fmla="*/ 6014140 h 6054983"/>
              <a:gd name="connsiteX37" fmla="*/ 4345190 w 12188952"/>
              <a:gd name="connsiteY37" fmla="*/ 5952070 h 6054983"/>
              <a:gd name="connsiteX38" fmla="*/ 3372201 w 12188952"/>
              <a:gd name="connsiteY38" fmla="*/ 5853501 h 6054983"/>
              <a:gd name="connsiteX39" fmla="*/ 2361582 w 12188952"/>
              <a:gd name="connsiteY39" fmla="*/ 5734574 h 6054983"/>
              <a:gd name="connsiteX40" fmla="*/ 1232869 w 12188952"/>
              <a:gd name="connsiteY40" fmla="*/ 5561398 h 6054983"/>
              <a:gd name="connsiteX41" fmla="*/ 68483 w 12188952"/>
              <a:gd name="connsiteY41" fmla="*/ 5321691 h 6054983"/>
              <a:gd name="connsiteX42" fmla="*/ 0 w 12188952"/>
              <a:gd name="connsiteY42" fmla="*/ 5304336 h 6054983"/>
              <a:gd name="connsiteX43" fmla="*/ 0 w 12188952"/>
              <a:gd name="connsiteY43" fmla="*/ 5247847 h 6054983"/>
              <a:gd name="connsiteX44" fmla="*/ 72423 w 12188952"/>
              <a:gd name="connsiteY44" fmla="*/ 5266624 h 6054983"/>
              <a:gd name="connsiteX45" fmla="*/ 600566 w 12188952"/>
              <a:gd name="connsiteY45" fmla="*/ 5384994 h 6054983"/>
              <a:gd name="connsiteX46" fmla="*/ 1769069 w 12188952"/>
              <a:gd name="connsiteY46" fmla="*/ 5595162 h 6054983"/>
              <a:gd name="connsiteX47" fmla="*/ 2612900 w 12188952"/>
              <a:gd name="connsiteY47" fmla="*/ 5712104 h 6054983"/>
              <a:gd name="connsiteX48" fmla="*/ 2580488 w 12188952"/>
              <a:gd name="connsiteY48" fmla="*/ 5702173 h 6054983"/>
              <a:gd name="connsiteX49" fmla="*/ 1112357 w 12188952"/>
              <a:gd name="connsiteY49" fmla="*/ 5369476 h 6054983"/>
              <a:gd name="connsiteX50" fmla="*/ 420307 w 12188952"/>
              <a:gd name="connsiteY50" fmla="*/ 5170043 h 6054983"/>
              <a:gd name="connsiteX51" fmla="*/ 0 w 12188952"/>
              <a:gd name="connsiteY51" fmla="*/ 5031126 h 60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88952" h="6054983">
                <a:moveTo>
                  <a:pt x="6788003" y="5986774"/>
                </a:moveTo>
                <a:lnTo>
                  <a:pt x="6787005" y="5986852"/>
                </a:lnTo>
                <a:lnTo>
                  <a:pt x="6786779" y="5987386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5092539"/>
                </a:lnTo>
                <a:lnTo>
                  <a:pt x="12058081" y="5131579"/>
                </a:lnTo>
                <a:cubicBezTo>
                  <a:pt x="11930517" y="5167793"/>
                  <a:pt x="11802439" y="5202322"/>
                  <a:pt x="11673881" y="5235154"/>
                </a:cubicBezTo>
                <a:cubicBezTo>
                  <a:pt x="11259973" y="5342661"/>
                  <a:pt x="10842632" y="5436263"/>
                  <a:pt x="10422749" y="5518693"/>
                </a:cubicBezTo>
                <a:cubicBezTo>
                  <a:pt x="10090287" y="5583904"/>
                  <a:pt x="9756593" y="5642301"/>
                  <a:pt x="9421666" y="5693855"/>
                </a:cubicBezTo>
                <a:cubicBezTo>
                  <a:pt x="9100721" y="5743512"/>
                  <a:pt x="8778938" y="5788079"/>
                  <a:pt x="8456304" y="5827556"/>
                </a:cubicBezTo>
                <a:cubicBezTo>
                  <a:pt x="8209307" y="5857722"/>
                  <a:pt x="7961801" y="5883295"/>
                  <a:pt x="7714041" y="5907503"/>
                </a:cubicBezTo>
                <a:lnTo>
                  <a:pt x="6949978" y="5973283"/>
                </a:lnTo>
                <a:lnTo>
                  <a:pt x="6934569" y="5975354"/>
                </a:lnTo>
                <a:lnTo>
                  <a:pt x="6788750" y="5986715"/>
                </a:lnTo>
                <a:lnTo>
                  <a:pt x="6798241" y="5988535"/>
                </a:lnTo>
                <a:cubicBezTo>
                  <a:pt x="6809920" y="5989001"/>
                  <a:pt x="6822028" y="5986828"/>
                  <a:pt x="6833723" y="5986828"/>
                </a:cubicBezTo>
                <a:cubicBezTo>
                  <a:pt x="6849867" y="5986828"/>
                  <a:pt x="6866012" y="5984221"/>
                  <a:pt x="6882282" y="5983850"/>
                </a:cubicBezTo>
                <a:cubicBezTo>
                  <a:pt x="7114026" y="5978388"/>
                  <a:pt x="7345514" y="5966221"/>
                  <a:pt x="7576876" y="5951323"/>
                </a:cubicBezTo>
                <a:cubicBezTo>
                  <a:pt x="7925570" y="5928855"/>
                  <a:pt x="8274011" y="5900676"/>
                  <a:pt x="8621689" y="5864426"/>
                </a:cubicBezTo>
                <a:cubicBezTo>
                  <a:pt x="8907712" y="5835128"/>
                  <a:pt x="9193011" y="5800493"/>
                  <a:pt x="9477600" y="5760520"/>
                </a:cubicBezTo>
                <a:cubicBezTo>
                  <a:pt x="9862435" y="5706146"/>
                  <a:pt x="10245452" y="5641432"/>
                  <a:pt x="10626651" y="5566363"/>
                </a:cubicBezTo>
                <a:cubicBezTo>
                  <a:pt x="11087341" y="5475243"/>
                  <a:pt x="11544088" y="5367737"/>
                  <a:pt x="11995498" y="5240369"/>
                </a:cubicBezTo>
                <a:lnTo>
                  <a:pt x="12188952" y="5183370"/>
                </a:lnTo>
                <a:lnTo>
                  <a:pt x="12188952" y="5238107"/>
                </a:lnTo>
                <a:lnTo>
                  <a:pt x="11826300" y="5343406"/>
                </a:lnTo>
                <a:cubicBezTo>
                  <a:pt x="11531885" y="5423103"/>
                  <a:pt x="11235310" y="5493989"/>
                  <a:pt x="10936448" y="5557921"/>
                </a:cubicBezTo>
                <a:cubicBezTo>
                  <a:pt x="10620168" y="5625703"/>
                  <a:pt x="10302365" y="5685700"/>
                  <a:pt x="9983034" y="5737926"/>
                </a:cubicBezTo>
                <a:cubicBezTo>
                  <a:pt x="9717606" y="5781375"/>
                  <a:pt x="9451451" y="5820020"/>
                  <a:pt x="9184585" y="5853873"/>
                </a:cubicBezTo>
                <a:cubicBezTo>
                  <a:pt x="8981951" y="5879447"/>
                  <a:pt x="8779319" y="5903530"/>
                  <a:pt x="8576053" y="5923392"/>
                </a:cubicBezTo>
                <a:cubicBezTo>
                  <a:pt x="8338462" y="5946112"/>
                  <a:pt x="8100618" y="5967587"/>
                  <a:pt x="7862392" y="5984843"/>
                </a:cubicBezTo>
                <a:cubicBezTo>
                  <a:pt x="7553105" y="6007187"/>
                  <a:pt x="7243690" y="6025065"/>
                  <a:pt x="6933768" y="6036237"/>
                </a:cubicBezTo>
                <a:cubicBezTo>
                  <a:pt x="6781221" y="6041700"/>
                  <a:pt x="6628676" y="6045548"/>
                  <a:pt x="6476130" y="6050140"/>
                </a:cubicBezTo>
                <a:cubicBezTo>
                  <a:pt x="6437585" y="6048056"/>
                  <a:pt x="6398929" y="6049681"/>
                  <a:pt x="6360703" y="6054983"/>
                </a:cubicBezTo>
                <a:lnTo>
                  <a:pt x="6055614" y="6054983"/>
                </a:lnTo>
                <a:lnTo>
                  <a:pt x="5976289" y="6050389"/>
                </a:lnTo>
                <a:cubicBezTo>
                  <a:pt x="5738826" y="6037976"/>
                  <a:pt x="5501363" y="6024197"/>
                  <a:pt x="5263770" y="6014140"/>
                </a:cubicBezTo>
                <a:cubicBezTo>
                  <a:pt x="4957027" y="6001724"/>
                  <a:pt x="4650663" y="5981244"/>
                  <a:pt x="4345190" y="5952070"/>
                </a:cubicBezTo>
                <a:cubicBezTo>
                  <a:pt x="4020648" y="5921158"/>
                  <a:pt x="3696870" y="5886523"/>
                  <a:pt x="3372201" y="5853501"/>
                </a:cubicBezTo>
                <a:cubicBezTo>
                  <a:pt x="3034653" y="5819239"/>
                  <a:pt x="2697781" y="5779600"/>
                  <a:pt x="2361582" y="5734574"/>
                </a:cubicBezTo>
                <a:cubicBezTo>
                  <a:pt x="1984196" y="5684421"/>
                  <a:pt x="1607962" y="5626695"/>
                  <a:pt x="1232869" y="5561398"/>
                </a:cubicBezTo>
                <a:cubicBezTo>
                  <a:pt x="841970" y="5492685"/>
                  <a:pt x="453644" y="5414197"/>
                  <a:pt x="68483" y="5321691"/>
                </a:cubicBezTo>
                <a:lnTo>
                  <a:pt x="0" y="5304336"/>
                </a:lnTo>
                <a:lnTo>
                  <a:pt x="0" y="5247847"/>
                </a:lnTo>
                <a:lnTo>
                  <a:pt x="72423" y="5266624"/>
                </a:lnTo>
                <a:cubicBezTo>
                  <a:pt x="247899" y="5308802"/>
                  <a:pt x="424058" y="5348062"/>
                  <a:pt x="600566" y="5384994"/>
                </a:cubicBezTo>
                <a:cubicBezTo>
                  <a:pt x="988032" y="5465808"/>
                  <a:pt x="1377788" y="5534706"/>
                  <a:pt x="1769069" y="5595162"/>
                </a:cubicBezTo>
                <a:cubicBezTo>
                  <a:pt x="2051913" y="5638738"/>
                  <a:pt x="2335141" y="5678835"/>
                  <a:pt x="2612900" y="5712104"/>
                </a:cubicBezTo>
                <a:cubicBezTo>
                  <a:pt x="2604892" y="5714711"/>
                  <a:pt x="2593962" y="5704655"/>
                  <a:pt x="2580488" y="5702173"/>
                </a:cubicBezTo>
                <a:cubicBezTo>
                  <a:pt x="2086656" y="5610221"/>
                  <a:pt x="1597284" y="5499328"/>
                  <a:pt x="1112357" y="5369476"/>
                </a:cubicBezTo>
                <a:cubicBezTo>
                  <a:pt x="880233" y="5307405"/>
                  <a:pt x="649550" y="5240927"/>
                  <a:pt x="420307" y="5170043"/>
                </a:cubicBezTo>
                <a:lnTo>
                  <a:pt x="0" y="50311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31B3DD-35BD-42F7-9AD7-7F3402B26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2443" y="1655558"/>
            <a:ext cx="10024065" cy="1773442"/>
          </a:xfrm>
        </p:spPr>
        <p:txBody>
          <a:bodyPr>
            <a:noAutofit/>
          </a:bodyPr>
          <a:lstStyle/>
          <a:p>
            <a:r>
              <a:rPr lang="ro-RO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 de autentificare OAuth cu Schnorr ZKP: Securitate fără partajare de secrete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A2D86-784C-417D-9AD4-AF18311FB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2400" y="3854887"/>
            <a:ext cx="9144000" cy="16265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Autor: Matei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Rar</a:t>
            </a:r>
            <a:r>
              <a:rPr lang="ro-RO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eș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Coordonator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: </a:t>
            </a:r>
            <a:r>
              <a:rPr lang="ro-RO" sz="24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Ș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.l.dr.inf. </a:t>
            </a:r>
            <a:r>
              <a:rPr lang="ro-RO" sz="24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Silviu Pavăl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D86A2-82CE-48F4-B78A-8B9CA7BA2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3542284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F7962E0-01F2-14CC-F2FC-B38CCB9DDAA7}"/>
              </a:ext>
            </a:extLst>
          </p:cNvPr>
          <p:cNvSpPr txBox="1">
            <a:spLocks/>
          </p:cNvSpPr>
          <p:nvPr/>
        </p:nvSpPr>
        <p:spPr>
          <a:xfrm>
            <a:off x="101600" y="96861"/>
            <a:ext cx="12000753" cy="1445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UNIVERSITATEA TEHNIC</a:t>
            </a:r>
            <a:r>
              <a:rPr lang="ro-RO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"GHEORGHE ASACHI" </a:t>
            </a:r>
            <a:r>
              <a:rPr lang="ro-RO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IA</a:t>
            </a:r>
            <a:r>
              <a:rPr lang="ro-RO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FACULTATEA DE AUTOMATIC</a:t>
            </a:r>
            <a:r>
              <a:rPr lang="ro-RO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CALCULATOARE</a:t>
            </a:r>
          </a:p>
          <a:p>
            <a:pPr algn="l"/>
            <a:r>
              <a:rPr lang="ro-RO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SECURITATEA SPA</a:t>
            </a:r>
            <a:r>
              <a:rPr lang="ro-RO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ȚIULUI CIBERNETIC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900F76-CD7C-E1FB-AB7C-A99781E180B3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1/1</a:t>
            </a:r>
            <a:r>
              <a:rPr lang="ro-RO" sz="20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865773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3DAA0EF-336D-4CDC-A9A2-8460363E2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D079A19-B31E-4129-A464-7547FF05A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90556" cy="6858000"/>
          </a:xfrm>
          <a:custGeom>
            <a:avLst/>
            <a:gdLst>
              <a:gd name="connsiteX0" fmla="*/ 0 w 4090556"/>
              <a:gd name="connsiteY0" fmla="*/ 0 h 6858000"/>
              <a:gd name="connsiteX1" fmla="*/ 4077555 w 4090556"/>
              <a:gd name="connsiteY1" fmla="*/ 0 h 6858000"/>
              <a:gd name="connsiteX2" fmla="*/ 4077574 w 4090556"/>
              <a:gd name="connsiteY2" fmla="*/ 720 h 6858000"/>
              <a:gd name="connsiteX3" fmla="*/ 4075790 w 4090556"/>
              <a:gd name="connsiteY3" fmla="*/ 575485 h 6858000"/>
              <a:gd name="connsiteX4" fmla="*/ 4076555 w 4090556"/>
              <a:gd name="connsiteY4" fmla="*/ 932245 h 6858000"/>
              <a:gd name="connsiteX5" fmla="*/ 4076555 w 4090556"/>
              <a:gd name="connsiteY5" fmla="*/ 1286711 h 6858000"/>
              <a:gd name="connsiteX6" fmla="*/ 4082288 w 4090556"/>
              <a:gd name="connsiteY6" fmla="*/ 1595180 h 6858000"/>
              <a:gd name="connsiteX7" fmla="*/ 4078211 w 4090556"/>
              <a:gd name="connsiteY7" fmla="*/ 2133123 h 6858000"/>
              <a:gd name="connsiteX8" fmla="*/ 4071968 w 4090556"/>
              <a:gd name="connsiteY8" fmla="*/ 2946025 h 6858000"/>
              <a:gd name="connsiteX9" fmla="*/ 4068401 w 4090556"/>
              <a:gd name="connsiteY9" fmla="*/ 3502061 h 6858000"/>
              <a:gd name="connsiteX10" fmla="*/ 4087513 w 4090556"/>
              <a:gd name="connsiteY10" fmla="*/ 4076061 h 6858000"/>
              <a:gd name="connsiteX11" fmla="*/ 4076938 w 4090556"/>
              <a:gd name="connsiteY11" fmla="*/ 4442632 h 6858000"/>
              <a:gd name="connsiteX12" fmla="*/ 4071459 w 4090556"/>
              <a:gd name="connsiteY12" fmla="*/ 4827550 h 6858000"/>
              <a:gd name="connsiteX13" fmla="*/ 4071459 w 4090556"/>
              <a:gd name="connsiteY13" fmla="*/ 5019945 h 6858000"/>
              <a:gd name="connsiteX14" fmla="*/ 4084200 w 4090556"/>
              <a:gd name="connsiteY14" fmla="*/ 5490104 h 6858000"/>
              <a:gd name="connsiteX15" fmla="*/ 4077446 w 4090556"/>
              <a:gd name="connsiteY15" fmla="*/ 5844569 h 6858000"/>
              <a:gd name="connsiteX16" fmla="*/ 4082544 w 4090556"/>
              <a:gd name="connsiteY16" fmla="*/ 6260195 h 6858000"/>
              <a:gd name="connsiteX17" fmla="*/ 4086110 w 4090556"/>
              <a:gd name="connsiteY17" fmla="*/ 6706145 h 6858000"/>
              <a:gd name="connsiteX18" fmla="*/ 4086135 w 4090556"/>
              <a:gd name="connsiteY18" fmla="*/ 6794562 h 6858000"/>
              <a:gd name="connsiteX19" fmla="*/ 4080334 w 4090556"/>
              <a:gd name="connsiteY19" fmla="*/ 6858000 h 6858000"/>
              <a:gd name="connsiteX20" fmla="*/ 0 w 4090556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090556" h="6858000">
                <a:moveTo>
                  <a:pt x="0" y="0"/>
                </a:moveTo>
                <a:lnTo>
                  <a:pt x="4077555" y="0"/>
                </a:lnTo>
                <a:lnTo>
                  <a:pt x="4077574" y="720"/>
                </a:lnTo>
                <a:cubicBezTo>
                  <a:pt x="4079358" y="192351"/>
                  <a:pt x="4064960" y="384364"/>
                  <a:pt x="4075790" y="575485"/>
                </a:cubicBezTo>
                <a:cubicBezTo>
                  <a:pt x="4082544" y="694108"/>
                  <a:pt x="4081269" y="814132"/>
                  <a:pt x="4076555" y="932245"/>
                </a:cubicBezTo>
                <a:cubicBezTo>
                  <a:pt x="4071840" y="1050357"/>
                  <a:pt x="4065470" y="1168597"/>
                  <a:pt x="4076555" y="1286711"/>
                </a:cubicBezTo>
                <a:cubicBezTo>
                  <a:pt x="4084710" y="1389317"/>
                  <a:pt x="4086621" y="1492332"/>
                  <a:pt x="4082288" y="1595180"/>
                </a:cubicBezTo>
                <a:cubicBezTo>
                  <a:pt x="4077319" y="1774452"/>
                  <a:pt x="4067637" y="1953851"/>
                  <a:pt x="4078211" y="2133123"/>
                </a:cubicBezTo>
                <a:cubicBezTo>
                  <a:pt x="4094393" y="2404260"/>
                  <a:pt x="4084710" y="2675143"/>
                  <a:pt x="4071968" y="2946025"/>
                </a:cubicBezTo>
                <a:cubicBezTo>
                  <a:pt x="4063049" y="3131413"/>
                  <a:pt x="4055659" y="3316673"/>
                  <a:pt x="4068401" y="3502061"/>
                </a:cubicBezTo>
                <a:cubicBezTo>
                  <a:pt x="4081396" y="3693182"/>
                  <a:pt x="4097323" y="3884176"/>
                  <a:pt x="4087513" y="4076061"/>
                </a:cubicBezTo>
                <a:cubicBezTo>
                  <a:pt x="4081142" y="4198251"/>
                  <a:pt x="4069037" y="4320315"/>
                  <a:pt x="4076938" y="4442632"/>
                </a:cubicBezTo>
                <a:cubicBezTo>
                  <a:pt x="4083270" y="4570925"/>
                  <a:pt x="4081435" y="4699486"/>
                  <a:pt x="4071459" y="4827550"/>
                </a:cubicBezTo>
                <a:cubicBezTo>
                  <a:pt x="4065725" y="4891550"/>
                  <a:pt x="4065725" y="4955945"/>
                  <a:pt x="4071459" y="5019945"/>
                </a:cubicBezTo>
                <a:cubicBezTo>
                  <a:pt x="4087742" y="5176105"/>
                  <a:pt x="4091997" y="5333296"/>
                  <a:pt x="4084200" y="5490104"/>
                </a:cubicBezTo>
                <a:cubicBezTo>
                  <a:pt x="4079740" y="5608217"/>
                  <a:pt x="4071968" y="5726202"/>
                  <a:pt x="4077446" y="5844569"/>
                </a:cubicBezTo>
                <a:cubicBezTo>
                  <a:pt x="4083944" y="5983069"/>
                  <a:pt x="4088914" y="6121696"/>
                  <a:pt x="4082544" y="6260195"/>
                </a:cubicBezTo>
                <a:cubicBezTo>
                  <a:pt x="4075841" y="6408803"/>
                  <a:pt x="4077026" y="6557662"/>
                  <a:pt x="4086110" y="6706145"/>
                </a:cubicBezTo>
                <a:cubicBezTo>
                  <a:pt x="4087467" y="6735616"/>
                  <a:pt x="4087474" y="6765120"/>
                  <a:pt x="4086135" y="6794562"/>
                </a:cubicBezTo>
                <a:lnTo>
                  <a:pt x="4080334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64A1D1-DD07-4DD2-A527-4B1F52D6A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89" y="637426"/>
            <a:ext cx="2392679" cy="5583148"/>
          </a:xfrm>
        </p:spPr>
        <p:txBody>
          <a:bodyPr anchor="ctr">
            <a:normAutofit/>
          </a:bodyPr>
          <a:lstStyle/>
          <a:p>
            <a:pPr algn="ctr"/>
            <a:r>
              <a:rPr lang="ro-RO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SUMAR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86622B23-9721-51A9-FC31-71F24C920F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033001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53E8B74-5BC1-671F-D62B-51567D1DE314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2/1</a:t>
            </a:r>
            <a:r>
              <a:rPr lang="ro-RO" sz="20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442842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E0BD06-8C44-4B53-4427-3B713EC40D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750955" y="273559"/>
            <a:ext cx="5186635" cy="1156063"/>
          </a:xfrm>
        </p:spPr>
        <p:txBody>
          <a:bodyPr>
            <a:normAutofit/>
          </a:bodyPr>
          <a:lstStyle/>
          <a:p>
            <a:pPr algn="ctr"/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INTRODUCERE</a:t>
            </a:r>
          </a:p>
        </p:txBody>
      </p:sp>
      <p:pic>
        <p:nvPicPr>
          <p:cNvPr id="8" name="Picture 7" descr="A red car with a recycle symbol&#10;&#10;Description automatically generated">
            <a:extLst>
              <a:ext uri="{FF2B5EF4-FFF2-40B4-BE49-F238E27FC236}">
                <a16:creationId xmlns:a16="http://schemas.microsoft.com/office/drawing/2014/main" id="{0CE0E870-DB6F-FC6F-1AE8-D84E579C5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52" y="116029"/>
            <a:ext cx="3956650" cy="398540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 descr="A close-up of a person shaking hands&#10;&#10;Description automatically generated">
            <a:extLst>
              <a:ext uri="{FF2B5EF4-FFF2-40B4-BE49-F238E27FC236}">
                <a16:creationId xmlns:a16="http://schemas.microsoft.com/office/drawing/2014/main" id="{331A9B4B-0F85-B0E9-0A7E-209B8CA58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" y="4221640"/>
            <a:ext cx="4113881" cy="263824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A29C91F-1972-EAEA-F729-43FEF0AE1CC0}"/>
              </a:ext>
            </a:extLst>
          </p:cNvPr>
          <p:cNvSpPr txBox="1"/>
          <p:nvPr/>
        </p:nvSpPr>
        <p:spPr>
          <a:xfrm>
            <a:off x="4748191" y="2056697"/>
            <a:ext cx="7254755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rtl="0">
              <a:buFont typeface="Arial,Sans-Serif"/>
              <a:buChar char="•"/>
            </a:pP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Platform</a:t>
            </a:r>
            <a:r>
              <a:rPr lang="ro-RO" sz="3200" baseline="0" dirty="0">
                <a:latin typeface="The Hand Black Mate" panose="02010606010101020104" pitchFamily="2" charset="0"/>
                <a:ea typeface="Arial"/>
                <a:cs typeface="Arial"/>
              </a:rPr>
              <a:t>ă</a:t>
            </a: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 de </a:t>
            </a: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gestionare</a:t>
            </a: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 a </a:t>
            </a: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informa</a:t>
            </a:r>
            <a:r>
              <a:rPr lang="ro-RO" sz="3200" dirty="0">
                <a:latin typeface="The Hand Black Mate" panose="02010606010101020104" pitchFamily="2" charset="0"/>
                <a:ea typeface="Arial"/>
                <a:cs typeface="Arial"/>
              </a:rPr>
              <a:t>ț</a:t>
            </a: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iilor</a:t>
            </a: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 </a:t>
            </a: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unor</a:t>
            </a: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 </a:t>
            </a: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vehicule</a:t>
            </a:r>
            <a:endParaRPr lang="en-US" sz="3200" baseline="0" dirty="0">
              <a:latin typeface="The Hand Black Mate" panose="02010606010101020104" pitchFamily="2" charset="0"/>
              <a:ea typeface="Arial"/>
              <a:cs typeface="Arial"/>
            </a:endParaRPr>
          </a:p>
          <a:p>
            <a:pPr marL="228600" lvl="0" indent="-228600" rtl="0">
              <a:buFont typeface="Arial,Sans-Serif"/>
              <a:buChar char="•"/>
            </a:pPr>
            <a:endParaRPr lang="en-US" sz="3200" baseline="0" dirty="0">
              <a:latin typeface="The Hand Black Mate" panose="02010606010101020104" pitchFamily="2" charset="0"/>
              <a:ea typeface="Arial"/>
              <a:cs typeface="Arial"/>
            </a:endParaRPr>
          </a:p>
          <a:p>
            <a:pPr marL="228600" lvl="0" indent="-228600" rtl="0">
              <a:buFont typeface="Arial,Sans-Serif"/>
              <a:buChar char="•"/>
            </a:pP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Transparen</a:t>
            </a:r>
            <a:r>
              <a:rPr lang="ro-RO" sz="3200" baseline="0" dirty="0">
                <a:latin typeface="The Hand Black Mate" panose="02010606010101020104" pitchFamily="2" charset="0"/>
                <a:ea typeface="Arial"/>
                <a:cs typeface="Arial"/>
              </a:rPr>
              <a:t>ța</a:t>
            </a: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 </a:t>
            </a:r>
            <a:r>
              <a:rPr lang="ro-RO" sz="3200" baseline="0" dirty="0">
                <a:latin typeface="The Hand Black Mate" panose="02010606010101020104" pitchFamily="2" charset="0"/>
                <a:ea typeface="Arial"/>
                <a:cs typeface="Arial"/>
              </a:rPr>
              <a:t>ș</a:t>
            </a: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i</a:t>
            </a: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 </a:t>
            </a: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Imutabilitatea</a:t>
            </a: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 </a:t>
            </a: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datelor</a:t>
            </a:r>
            <a:r>
              <a:rPr lang="en-US" sz="3200" dirty="0">
                <a:latin typeface="The Hand Black Mate" panose="02010606010101020104" pitchFamily="2" charset="0"/>
                <a:ea typeface="Arial"/>
                <a:cs typeface="Arial"/>
              </a:rPr>
              <a:t>​</a:t>
            </a:r>
          </a:p>
          <a:p>
            <a:pPr marL="228600" indent="-228600">
              <a:buFont typeface="Arial,Sans-Serif"/>
              <a:buChar char="•"/>
            </a:pPr>
            <a:endParaRPr lang="en-US" sz="3200" dirty="0">
              <a:latin typeface="The Hand Black Mate" panose="02010606010101020104" pitchFamily="2" charset="0"/>
              <a:ea typeface="Arial"/>
              <a:cs typeface="Arial"/>
            </a:endParaRPr>
          </a:p>
          <a:p>
            <a:pPr marL="228600" lvl="0" indent="-228600" rtl="0">
              <a:buFont typeface="Arial,Sans-Serif"/>
              <a:buChar char="•"/>
            </a:pP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Interfa</a:t>
            </a:r>
            <a:r>
              <a:rPr lang="ro-RO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ță</a:t>
            </a: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 u</a:t>
            </a:r>
            <a:r>
              <a:rPr lang="ro-RO" sz="3200" dirty="0">
                <a:latin typeface="The Hand Black Mate" panose="02010606010101020104" pitchFamily="2" charset="0"/>
                <a:ea typeface="Arial"/>
                <a:cs typeface="Arial"/>
              </a:rPr>
              <a:t>ș</a:t>
            </a: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or </a:t>
            </a: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accesibil</a:t>
            </a:r>
            <a:r>
              <a:rPr lang="ro-RO" sz="3200" baseline="0" dirty="0">
                <a:latin typeface="The Hand Black Mate" panose="02010606010101020104" pitchFamily="2" charset="0"/>
                <a:ea typeface="Arial"/>
                <a:cs typeface="Arial"/>
              </a:rPr>
              <a:t>ă</a:t>
            </a: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 </a:t>
            </a:r>
            <a:r>
              <a:rPr lang="ro-RO" sz="3200" dirty="0">
                <a:latin typeface="The Hand Black Mate" panose="02010606010101020104" pitchFamily="2" charset="0"/>
                <a:ea typeface="Arial"/>
                <a:cs typeface="Arial"/>
              </a:rPr>
              <a:t>ș</a:t>
            </a: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i</a:t>
            </a: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 </a:t>
            </a: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intuitiv</a:t>
            </a:r>
            <a:r>
              <a:rPr lang="ro-RO" sz="3200" dirty="0">
                <a:latin typeface="The Hand Black Mate" panose="02010606010101020104" pitchFamily="2" charset="0"/>
                <a:ea typeface="Arial"/>
                <a:cs typeface="Arial"/>
              </a:rPr>
              <a:t>ă</a:t>
            </a:r>
            <a:r>
              <a:rPr lang="en-US" sz="3200" dirty="0">
                <a:latin typeface="The Hand Black Mate" panose="02010606010101020104" pitchFamily="2" charset="0"/>
                <a:ea typeface="Arial"/>
                <a:cs typeface="Arial"/>
              </a:rPr>
              <a:t>​</a:t>
            </a:r>
            <a:endParaRPr lang="en-US" sz="3200" dirty="0">
              <a:latin typeface="The Hand Black Mate" panose="02010606010101020104" pitchFamily="2" charset="0"/>
              <a:cs typeface="Arial"/>
            </a:endParaRPr>
          </a:p>
          <a:p>
            <a:endParaRPr lang="en-US" sz="3200" dirty="0">
              <a:latin typeface="The Hand Black Mate" panose="02010606010101020104" pitchFamily="2" charset="0"/>
              <a:ea typeface="Arial"/>
              <a:cs typeface="Arial"/>
            </a:endParaRPr>
          </a:p>
          <a:p>
            <a:pPr marL="228600" lvl="0" indent="-228600" rtl="0">
              <a:buFont typeface="Arial,Sans-Serif"/>
              <a:buChar char="•"/>
            </a:pP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Analiz</a:t>
            </a:r>
            <a:r>
              <a:rPr lang="ro-RO" sz="3200" baseline="0" dirty="0">
                <a:latin typeface="The Hand Black Mate" panose="02010606010101020104" pitchFamily="2" charset="0"/>
                <a:ea typeface="Arial"/>
                <a:cs typeface="Arial"/>
              </a:rPr>
              <a:t>ă</a:t>
            </a: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 </a:t>
            </a: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asistat</a:t>
            </a:r>
            <a:r>
              <a:rPr lang="ro-RO" sz="3200" baseline="0" dirty="0">
                <a:latin typeface="The Hand Black Mate" panose="02010606010101020104" pitchFamily="2" charset="0"/>
                <a:ea typeface="Arial"/>
                <a:cs typeface="Arial"/>
              </a:rPr>
              <a:t>ă</a:t>
            </a:r>
            <a:r>
              <a:rPr lang="en-US" sz="3200" baseline="0" dirty="0">
                <a:latin typeface="The Hand Black Mate" panose="02010606010101020104" pitchFamily="2" charset="0"/>
                <a:ea typeface="Arial"/>
                <a:cs typeface="Arial"/>
              </a:rPr>
              <a:t> a </a:t>
            </a:r>
            <a:r>
              <a:rPr lang="en-US" sz="3200" baseline="0" dirty="0" err="1">
                <a:latin typeface="The Hand Black Mate" panose="02010606010101020104" pitchFamily="2" charset="0"/>
                <a:ea typeface="Arial"/>
                <a:cs typeface="Arial"/>
              </a:rPr>
              <a:t>seturilor</a:t>
            </a:r>
            <a:endParaRPr lang="en-US" sz="3200" baseline="0" dirty="0">
              <a:latin typeface="The Hand Black Mate" panose="02010606010101020104" pitchFamily="2" charset="0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190068-9E36-6FAF-0341-CF54233563E0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The Hand Black Mate" panose="02010606010101020104" pitchFamily="2" charset="0"/>
              </a:rPr>
              <a:t>3/1</a:t>
            </a:r>
            <a:r>
              <a:rPr lang="ro-RO" sz="2000" dirty="0">
                <a:latin typeface="The Hand Black Mate" panose="02010606010101020104" pitchFamily="2" charset="0"/>
              </a:rPr>
              <a:t>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9729FF-5975-FD7C-789A-1AEE76333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3110" y="1358577"/>
            <a:ext cx="5804747" cy="45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627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4136B-9F2E-13CB-B5EB-9DFB5BE99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EH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NOLOGII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DBC7A7E-4787-9817-5E5A-4C05B537B66D}"/>
              </a:ext>
            </a:extLst>
          </p:cNvPr>
          <p:cNvSpPr/>
          <p:nvPr/>
        </p:nvSpPr>
        <p:spPr>
          <a:xfrm>
            <a:off x="3325905" y="2653552"/>
            <a:ext cx="2411504" cy="361277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p:pic>
        <p:nvPicPr>
          <p:cNvPr id="28" name="Picture 27" descr="A blue and yellow snake logo&#10;&#10;Description automatically generated">
            <a:extLst>
              <a:ext uri="{FF2B5EF4-FFF2-40B4-BE49-F238E27FC236}">
                <a16:creationId xmlns:a16="http://schemas.microsoft.com/office/drawing/2014/main" id="{0A3897FA-F6FE-056B-B963-533A3AD6A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82" y="2702288"/>
            <a:ext cx="865654" cy="88095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0897546-D232-D941-A3A2-E8F99ABF53F3}"/>
              </a:ext>
            </a:extLst>
          </p:cNvPr>
          <p:cNvSpPr txBox="1"/>
          <p:nvPr/>
        </p:nvSpPr>
        <p:spPr>
          <a:xfrm>
            <a:off x="3322857" y="4276736"/>
            <a:ext cx="2411504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The Hand Black Mate" panose="02010606010101020104" pitchFamily="2" charset="0"/>
                <a:ea typeface="+mn-lt"/>
                <a:cs typeface="+mn-lt"/>
              </a:rPr>
              <a:t>Python ( Flask )</a:t>
            </a:r>
            <a:endParaRPr lang="ro-RO" sz="2400" dirty="0">
              <a:latin typeface="The Hand Black Mate" panose="02010606010101020104" pitchFamily="2" charset="0"/>
              <a:ea typeface="+mn-lt"/>
              <a:cs typeface="+mn-lt"/>
            </a:endParaRPr>
          </a:p>
          <a:p>
            <a:pPr algn="ctr"/>
            <a:endParaRPr lang="ro-RO" sz="2400" dirty="0">
              <a:latin typeface="The Hand Black Mate" panose="02010606010101020104" pitchFamily="2" charset="0"/>
              <a:ea typeface="+mn-lt"/>
              <a:cs typeface="+mn-lt"/>
            </a:endParaRPr>
          </a:p>
          <a:p>
            <a:pPr algn="ctr"/>
            <a:r>
              <a:rPr lang="ro-RO" sz="2400" dirty="0">
                <a:latin typeface="The Hand Black Mate" panose="02010606010101020104" pitchFamily="2" charset="0"/>
                <a:ea typeface="+mn-lt"/>
                <a:cs typeface="+mn-lt"/>
              </a:rPr>
              <a:t>L</a:t>
            </a:r>
            <a:r>
              <a:rPr lang="en-US" sz="2400" dirty="0" err="1">
                <a:latin typeface="The Hand Black Mate" panose="02010606010101020104" pitchFamily="2" charset="0"/>
                <a:ea typeface="+mn-lt"/>
                <a:cs typeface="+mn-lt"/>
              </a:rPr>
              <a:t>imbaj</a:t>
            </a:r>
            <a:r>
              <a:rPr lang="en-US" sz="24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400" dirty="0" err="1">
                <a:latin typeface="The Hand Black Mate" panose="02010606010101020104" pitchFamily="2" charset="0"/>
                <a:ea typeface="+mn-lt"/>
                <a:cs typeface="+mn-lt"/>
              </a:rPr>
              <a:t>flexibil</a:t>
            </a:r>
            <a:r>
              <a:rPr lang="en-US" sz="24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400" dirty="0" err="1">
                <a:latin typeface="The Hand Black Mate" panose="02010606010101020104" pitchFamily="2" charset="0"/>
                <a:ea typeface="+mn-lt"/>
                <a:cs typeface="+mn-lt"/>
              </a:rPr>
              <a:t>pentru</a:t>
            </a:r>
            <a:r>
              <a:rPr lang="en-US" sz="24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ro-RO" sz="2400" dirty="0">
                <a:latin typeface="The Hand Black Mate" panose="02010606010101020104" pitchFamily="2" charset="0"/>
                <a:ea typeface="+mn-lt"/>
                <a:cs typeface="+mn-lt"/>
              </a:rPr>
              <a:t>î</a:t>
            </a:r>
            <a:r>
              <a:rPr lang="en-US" sz="2400" dirty="0" err="1">
                <a:latin typeface="The Hand Black Mate" panose="02010606010101020104" pitchFamily="2" charset="0"/>
                <a:ea typeface="+mn-lt"/>
                <a:cs typeface="+mn-lt"/>
              </a:rPr>
              <a:t>mbinarea</a:t>
            </a:r>
            <a:r>
              <a:rPr lang="en-US" sz="24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400" dirty="0" err="1">
                <a:latin typeface="The Hand Black Mate" panose="02010606010101020104" pitchFamily="2" charset="0"/>
                <a:ea typeface="+mn-lt"/>
                <a:cs typeface="+mn-lt"/>
              </a:rPr>
              <a:t>mai</a:t>
            </a:r>
            <a:r>
              <a:rPr lang="en-US" sz="24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400" dirty="0" err="1">
                <a:latin typeface="The Hand Black Mate" panose="02010606010101020104" pitchFamily="2" charset="0"/>
                <a:ea typeface="+mn-lt"/>
                <a:cs typeface="+mn-lt"/>
              </a:rPr>
              <a:t>multor</a:t>
            </a:r>
            <a:r>
              <a:rPr lang="en-US" sz="24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400" dirty="0" err="1">
                <a:latin typeface="The Hand Black Mate" panose="02010606010101020104" pitchFamily="2" charset="0"/>
                <a:ea typeface="+mn-lt"/>
                <a:cs typeface="+mn-lt"/>
              </a:rPr>
              <a:t>biblioteci</a:t>
            </a:r>
            <a:endParaRPr lang="en-US" sz="2400" dirty="0">
              <a:latin typeface="The Hand Black Mate" panose="02010606010101020104" pitchFamily="2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D1E1F01-4B7A-350F-C37F-8440B1AED5E3}"/>
              </a:ext>
            </a:extLst>
          </p:cNvPr>
          <p:cNvSpPr/>
          <p:nvPr/>
        </p:nvSpPr>
        <p:spPr>
          <a:xfrm>
            <a:off x="6472517" y="2653552"/>
            <a:ext cx="2411504" cy="361277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8344DF6-47F1-C9EA-EE84-13793C4B9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68" y="2939766"/>
            <a:ext cx="1042842" cy="991275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4CE625C-8257-8CA7-947D-190CF4F7A15A}"/>
              </a:ext>
            </a:extLst>
          </p:cNvPr>
          <p:cNvSpPr/>
          <p:nvPr/>
        </p:nvSpPr>
        <p:spPr>
          <a:xfrm>
            <a:off x="277905" y="2653552"/>
            <a:ext cx="2411504" cy="361277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AE68BDF-CAF7-A079-A7A5-BE9620FAABC1}"/>
              </a:ext>
            </a:extLst>
          </p:cNvPr>
          <p:cNvSpPr/>
          <p:nvPr/>
        </p:nvSpPr>
        <p:spPr>
          <a:xfrm>
            <a:off x="9466728" y="2653552"/>
            <a:ext cx="2411504" cy="361277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p:pic>
        <p:nvPicPr>
          <p:cNvPr id="38" name="Picture 37" descr="A red and white logo&#10;&#10;Description automatically generated">
            <a:extLst>
              <a:ext uri="{FF2B5EF4-FFF2-40B4-BE49-F238E27FC236}">
                <a16:creationId xmlns:a16="http://schemas.microsoft.com/office/drawing/2014/main" id="{187705FF-1BB6-23E8-9368-550B99907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072" y="2653552"/>
            <a:ext cx="1007075" cy="97842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B32EB53D-23CC-A904-55E9-013C593195F3}"/>
              </a:ext>
            </a:extLst>
          </p:cNvPr>
          <p:cNvSpPr txBox="1"/>
          <p:nvPr/>
        </p:nvSpPr>
        <p:spPr>
          <a:xfrm>
            <a:off x="274858" y="4294092"/>
            <a:ext cx="2411504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</a:t>
            </a:r>
            <a:endParaRPr lang="ro-RO" sz="1600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600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ramework</a:t>
            </a:r>
            <a:r>
              <a:rPr lang="en-US" sz="16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o-RO" sz="16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600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olosit</a:t>
            </a:r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entru</a:t>
            </a:r>
            <a:r>
              <a:rPr lang="en-US" sz="16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dezvoltarea</a:t>
            </a:r>
            <a:r>
              <a:rPr lang="en-US" sz="16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 inter</a:t>
            </a:r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6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o-RO" sz="16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ț</a:t>
            </a:r>
            <a:r>
              <a:rPr lang="en-US" sz="1600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ei</a:t>
            </a:r>
            <a:r>
              <a:rPr lang="en-US" sz="16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6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 </a:t>
            </a:r>
            <a:r>
              <a:rPr lang="en-US" sz="1600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utilizator</a:t>
            </a:r>
            <a:r>
              <a:rPr lang="ro-RO" sz="1600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57956DF-40C3-C1AD-D4D0-7D0C2F3CF7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7181" y="2819400"/>
            <a:ext cx="1170601" cy="1210236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D04340C0-97C3-560F-9B6A-0BF22699DA04}"/>
              </a:ext>
            </a:extLst>
          </p:cNvPr>
          <p:cNvSpPr txBox="1"/>
          <p:nvPr/>
        </p:nvSpPr>
        <p:spPr>
          <a:xfrm>
            <a:off x="6469469" y="4294092"/>
            <a:ext cx="2411504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The Hand Black Mate" panose="02010606010101020104" pitchFamily="2" charset="0"/>
              </a:rPr>
              <a:t>Solidity </a:t>
            </a:r>
            <a:endParaRPr lang="ro-RO" sz="2400" dirty="0">
              <a:latin typeface="The Hand Black Mate" panose="02010606010101020104" pitchFamily="2" charset="0"/>
            </a:endParaRPr>
          </a:p>
          <a:p>
            <a:pPr algn="ctr"/>
            <a:endParaRPr lang="ro-RO" sz="2400" dirty="0">
              <a:latin typeface="The Hand Black Mate" panose="02010606010101020104" pitchFamily="2" charset="0"/>
            </a:endParaRPr>
          </a:p>
          <a:p>
            <a:pPr algn="ctr"/>
            <a:r>
              <a:rPr lang="ro-RO" sz="2400" dirty="0">
                <a:latin typeface="The Hand Black Mate" panose="02010606010101020104" pitchFamily="2" charset="0"/>
              </a:rPr>
              <a:t>Limbaj p</a:t>
            </a:r>
            <a:r>
              <a:rPr lang="en-US" sz="2400" dirty="0" err="1">
                <a:latin typeface="The Hand Black Mate" panose="02010606010101020104" pitchFamily="2" charset="0"/>
              </a:rPr>
              <a:t>entru</a:t>
            </a:r>
            <a:r>
              <a:rPr lang="en-US" sz="2400" dirty="0">
                <a:latin typeface="The Hand Black Mate" panose="02010606010101020104" pitchFamily="2" charset="0"/>
              </a:rPr>
              <a:t> </a:t>
            </a:r>
            <a:r>
              <a:rPr lang="ro-RO" sz="2400" dirty="0">
                <a:latin typeface="The Hand Black Mate" panose="02010606010101020104" pitchFamily="2" charset="0"/>
              </a:rPr>
              <a:t>i</a:t>
            </a:r>
            <a:r>
              <a:rPr lang="en-US" sz="2400" dirty="0" err="1">
                <a:latin typeface="The Hand Black Mate" panose="02010606010101020104" pitchFamily="2" charset="0"/>
              </a:rPr>
              <a:t>mplementarea</a:t>
            </a:r>
            <a:r>
              <a:rPr lang="ro-RO" sz="2400" dirty="0">
                <a:latin typeface="The Hand Black Mate" panose="02010606010101020104" pitchFamily="2" charset="0"/>
              </a:rPr>
              <a:t> </a:t>
            </a:r>
            <a:r>
              <a:rPr lang="en-US" sz="2400" dirty="0" err="1">
                <a:latin typeface="The Hand Black Mate" panose="02010606010101020104" pitchFamily="2" charset="0"/>
              </a:rPr>
              <a:t>contractului</a:t>
            </a:r>
            <a:endParaRPr lang="en-US" sz="2400" dirty="0">
              <a:latin typeface="The Hand Black Mate" panose="020106060101010201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C39802-A145-C578-C84F-664D4A936970}"/>
              </a:ext>
            </a:extLst>
          </p:cNvPr>
          <p:cNvSpPr txBox="1"/>
          <p:nvPr/>
        </p:nvSpPr>
        <p:spPr>
          <a:xfrm>
            <a:off x="9463680" y="4294093"/>
            <a:ext cx="237571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The Hand Black Mate" panose="02010606010101020104" pitchFamily="2" charset="0"/>
              </a:rPr>
              <a:t>Ganache</a:t>
            </a:r>
            <a:endParaRPr lang="ro-RO" sz="2400" dirty="0">
              <a:latin typeface="The Hand Black Mate" panose="02010606010101020104" pitchFamily="2" charset="0"/>
            </a:endParaRPr>
          </a:p>
          <a:p>
            <a:pPr algn="ctr"/>
            <a:r>
              <a:rPr lang="en-US" sz="2400" dirty="0">
                <a:latin typeface="The Hand Black Mate" panose="02010606010101020104" pitchFamily="2" charset="0"/>
              </a:rPr>
              <a:t> </a:t>
            </a:r>
            <a:endParaRPr lang="ro-RO" sz="2400" dirty="0">
              <a:latin typeface="The Hand Black Mate" panose="02010606010101020104" pitchFamily="2" charset="0"/>
            </a:endParaRPr>
          </a:p>
          <a:p>
            <a:pPr algn="ctr"/>
            <a:r>
              <a:rPr lang="ro-RO" sz="2400" dirty="0">
                <a:latin typeface="The Hand Black Mate" panose="02010606010101020104" pitchFamily="2" charset="0"/>
              </a:rPr>
              <a:t>Aplicație p</a:t>
            </a:r>
            <a:r>
              <a:rPr lang="en-US" sz="2400" dirty="0" err="1">
                <a:latin typeface="The Hand Black Mate" panose="02010606010101020104" pitchFamily="2" charset="0"/>
              </a:rPr>
              <a:t>entru</a:t>
            </a:r>
            <a:r>
              <a:rPr lang="en-US" sz="2400" dirty="0">
                <a:latin typeface="The Hand Black Mate" panose="02010606010101020104" pitchFamily="2" charset="0"/>
              </a:rPr>
              <a:t> o </a:t>
            </a:r>
            <a:r>
              <a:rPr lang="en-US" sz="2400" dirty="0" err="1">
                <a:latin typeface="The Hand Black Mate" panose="02010606010101020104" pitchFamily="2" charset="0"/>
              </a:rPr>
              <a:t>simulare</a:t>
            </a:r>
            <a:r>
              <a:rPr lang="en-US" sz="2400" dirty="0">
                <a:latin typeface="The Hand Black Mate" panose="02010606010101020104" pitchFamily="2" charset="0"/>
              </a:rPr>
              <a:t> a </a:t>
            </a:r>
            <a:r>
              <a:rPr lang="en-US" sz="2400" dirty="0" err="1">
                <a:latin typeface="The Hand Black Mate" panose="02010606010101020104" pitchFamily="2" charset="0"/>
              </a:rPr>
              <a:t>unui</a:t>
            </a:r>
            <a:r>
              <a:rPr lang="en-US" sz="2400" dirty="0">
                <a:latin typeface="The Hand Black Mate" panose="02010606010101020104" pitchFamily="2" charset="0"/>
              </a:rPr>
              <a:t> blockchain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3485B-B9BB-9B8E-1BDF-27DA42EEFACD}"/>
              </a:ext>
            </a:extLst>
          </p:cNvPr>
          <p:cNvSpPr txBox="1"/>
          <p:nvPr/>
        </p:nvSpPr>
        <p:spPr>
          <a:xfrm>
            <a:off x="9745884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The Hand Black Mate" panose="02010606010101020104" pitchFamily="2" charset="0"/>
              </a:rPr>
              <a:t>4/1</a:t>
            </a:r>
            <a:r>
              <a:rPr lang="ro-RO" sz="2000" dirty="0">
                <a:latin typeface="The Hand Black Mate" panose="02010606010101020104" pitchFamily="2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436270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683CD-059C-4A3C-8337-1053A0665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015" y="891177"/>
            <a:ext cx="3922776" cy="91089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ARHITECTURA</a:t>
            </a:r>
          </a:p>
        </p:txBody>
      </p:sp>
      <p:pic>
        <p:nvPicPr>
          <p:cNvPr id="32" name="Graphic 31" descr="Smart Phone with solid fill">
            <a:extLst>
              <a:ext uri="{FF2B5EF4-FFF2-40B4-BE49-F238E27FC236}">
                <a16:creationId xmlns:a16="http://schemas.microsoft.com/office/drawing/2014/main" id="{DF2E0BCD-417C-98ED-9C0D-D48265E983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6757" y="469050"/>
            <a:ext cx="914400" cy="914400"/>
          </a:xfrm>
          <a:prstGeom prst="rect">
            <a:avLst/>
          </a:prstGeom>
        </p:spPr>
      </p:pic>
      <p:pic>
        <p:nvPicPr>
          <p:cNvPr id="33" name="Graphic 32" descr="Laptop with solid fill">
            <a:extLst>
              <a:ext uri="{FF2B5EF4-FFF2-40B4-BE49-F238E27FC236}">
                <a16:creationId xmlns:a16="http://schemas.microsoft.com/office/drawing/2014/main" id="{4DC2E59C-1C9D-285F-FAE2-A5DDEAF791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32824" y="468578"/>
            <a:ext cx="914400" cy="914400"/>
          </a:xfrm>
          <a:prstGeom prst="rect">
            <a:avLst/>
          </a:prstGeom>
        </p:spPr>
      </p:pic>
      <p:pic>
        <p:nvPicPr>
          <p:cNvPr id="34" name="Graphic 33" descr="Computer with solid fill">
            <a:extLst>
              <a:ext uri="{FF2B5EF4-FFF2-40B4-BE49-F238E27FC236}">
                <a16:creationId xmlns:a16="http://schemas.microsoft.com/office/drawing/2014/main" id="{EECC5E2E-78D0-014C-055B-B25C821D54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21051" y="468107"/>
            <a:ext cx="914400" cy="9144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BF66AB4-86BD-FF4F-B228-4BB0663E5E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4046" y="2808838"/>
            <a:ext cx="863099" cy="83292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B7153B3-28B8-EB4E-83B9-95654EE169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9255" y="5258627"/>
            <a:ext cx="826117" cy="83974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17F7B79-33AA-64C1-178D-3C5BF4362DF5}"/>
              </a:ext>
            </a:extLst>
          </p:cNvPr>
          <p:cNvSpPr txBox="1"/>
          <p:nvPr/>
        </p:nvSpPr>
        <p:spPr>
          <a:xfrm>
            <a:off x="469095" y="2977053"/>
            <a:ext cx="5627296" cy="24776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2800" dirty="0" err="1">
                <a:latin typeface="The Hand Black Mate" panose="02010606010101020104" pitchFamily="2" charset="0"/>
              </a:rPr>
              <a:t>Arhitectur</a:t>
            </a:r>
            <a:r>
              <a:rPr lang="ro-RO" sz="2800" dirty="0">
                <a:latin typeface="The Hand Black Mate" panose="02010606010101020104" pitchFamily="2" charset="0"/>
              </a:rPr>
              <a:t>ă</a:t>
            </a:r>
            <a:r>
              <a:rPr lang="en-US" sz="2800" dirty="0">
                <a:latin typeface="The Hand Black Mate" panose="02010606010101020104" pitchFamily="2" charset="0"/>
              </a:rPr>
              <a:t> 3 tier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</a:rPr>
              <a:t>Presentation: </a:t>
            </a:r>
            <a:r>
              <a:rPr lang="en-US" sz="2800" dirty="0" err="1">
                <a:latin typeface="The Hand Black Mate" panose="02010606010101020104" pitchFamily="2" charset="0"/>
              </a:rPr>
              <a:t>interfa</a:t>
            </a:r>
            <a:r>
              <a:rPr lang="ro-RO" sz="2800" dirty="0" err="1">
                <a:latin typeface="The Hand Black Mate" panose="02010606010101020104" pitchFamily="2" charset="0"/>
              </a:rPr>
              <a:t>ță</a:t>
            </a:r>
            <a:r>
              <a:rPr lang="en-US" sz="2800" dirty="0">
                <a:latin typeface="The Hand Black Mate" panose="02010606010101020104" pitchFamily="2" charset="0"/>
              </a:rPr>
              <a:t> web cu </a:t>
            </a:r>
            <a:r>
              <a:rPr lang="en-US" sz="2800" dirty="0" err="1">
                <a:latin typeface="The Hand Black Mate" panose="02010606010101020104" pitchFamily="2" charset="0"/>
              </a:rPr>
              <a:t>utilizator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autentificat</a:t>
            </a:r>
            <a:r>
              <a:rPr lang="en-US" sz="2800" dirty="0">
                <a:latin typeface="The Hand Black Mate" panose="02010606010101020104" pitchFamily="2" charset="0"/>
              </a:rPr>
              <a:t>/</a:t>
            </a:r>
            <a:r>
              <a:rPr lang="en-US" sz="2800" dirty="0" err="1">
                <a:latin typeface="The Hand Black Mate" panose="02010606010101020104" pitchFamily="2" charset="0"/>
              </a:rPr>
              <a:t>neautentificat</a:t>
            </a:r>
            <a:endParaRPr lang="en-US" sz="2800" dirty="0">
              <a:latin typeface="The Hand Black Mate" panose="02010606010101020104" pitchFamily="2" charset="0"/>
            </a:endParaRP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</a:rPr>
              <a:t>Application: </a:t>
            </a:r>
            <a:r>
              <a:rPr lang="en-US" sz="2800" dirty="0" err="1">
                <a:latin typeface="The Hand Black Mate" panose="02010606010101020104" pitchFamily="2" charset="0"/>
              </a:rPr>
              <a:t>securitate</a:t>
            </a:r>
            <a:r>
              <a:rPr lang="en-US" sz="2800" dirty="0">
                <a:latin typeface="The Hand Black Mate" panose="02010606010101020104" pitchFamily="2" charset="0"/>
              </a:rPr>
              <a:t>, </a:t>
            </a:r>
            <a:r>
              <a:rPr lang="en-US" sz="2800" dirty="0" err="1">
                <a:latin typeface="The Hand Black Mate" panose="02010606010101020104" pitchFamily="2" charset="0"/>
              </a:rPr>
              <a:t>procesare</a:t>
            </a:r>
            <a:r>
              <a:rPr lang="en-US" sz="2800" dirty="0">
                <a:latin typeface="The Hand Black Mate" panose="02010606010101020104" pitchFamily="2" charset="0"/>
              </a:rPr>
              <a:t> &amp; </a:t>
            </a:r>
            <a:r>
              <a:rPr lang="en-US" sz="2800" dirty="0" err="1">
                <a:latin typeface="The Hand Black Mate" panose="02010606010101020104" pitchFamily="2" charset="0"/>
              </a:rPr>
              <a:t>comunicare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</a:rPr>
              <a:t>Data: </a:t>
            </a:r>
            <a:r>
              <a:rPr lang="en-US" sz="2800" dirty="0" err="1">
                <a:latin typeface="The Hand Black Mate" panose="02010606010101020104" pitchFamily="2" charset="0"/>
              </a:rPr>
              <a:t>gestiunea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datelor</a:t>
            </a:r>
            <a:endParaRPr lang="en-US" sz="2800" dirty="0">
              <a:latin typeface="The Hand Black Mate" panose="020106060101010201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E63A38-2CDF-1910-89B2-340C8A5E52A4}"/>
              </a:ext>
            </a:extLst>
          </p:cNvPr>
          <p:cNvSpPr txBox="1"/>
          <p:nvPr/>
        </p:nvSpPr>
        <p:spPr>
          <a:xfrm>
            <a:off x="8100279" y="1892908"/>
            <a:ext cx="6337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The Hand Black Mate" panose="02010606010101020104" pitchFamily="2" charset="0"/>
              </a:rPr>
              <a:t>HTTP</a:t>
            </a:r>
            <a:endParaRPr lang="en-US" sz="2000" dirty="0">
              <a:latin typeface="The Hand Black Mate" panose="020106060101010201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F0D37C-7DA9-4AF7-87CB-FEEE254B1A40}"/>
              </a:ext>
            </a:extLst>
          </p:cNvPr>
          <p:cNvSpPr txBox="1"/>
          <p:nvPr/>
        </p:nvSpPr>
        <p:spPr>
          <a:xfrm>
            <a:off x="9080395" y="4230957"/>
            <a:ext cx="653913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he Hand Black Mate" panose="02010606010101020104" pitchFamily="2" charset="0"/>
              </a:rPr>
              <a:t>SQL</a:t>
            </a:r>
          </a:p>
          <a:p>
            <a:pPr algn="l"/>
            <a:endParaRPr lang="en-US" dirty="0">
              <a:latin typeface="The Hand Black Mate" panose="02010606010101020104" pitchFamily="2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F03297D-1490-6B6E-DFB0-62BB55DA2129}"/>
                  </a:ext>
                </a:extLst>
              </p14:cNvPr>
              <p14:cNvContentPartPr/>
              <p14:nvPr/>
            </p14:nvContentPartPr>
            <p14:xfrm>
              <a:off x="8615537" y="1521783"/>
              <a:ext cx="9991" cy="1013767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F03297D-1490-6B6E-DFB0-62BB55DA212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598311" y="1503783"/>
                <a:ext cx="44098" cy="1049407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C79A313-4809-C65C-0797-CE09770F07C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47478" y="5351277"/>
            <a:ext cx="631092" cy="7432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5E327D-917D-6932-20E6-B5186A58EDD4}"/>
              </a:ext>
            </a:extLst>
          </p:cNvPr>
          <p:cNvSpPr txBox="1"/>
          <p:nvPr/>
        </p:nvSpPr>
        <p:spPr>
          <a:xfrm>
            <a:off x="7828084" y="4225194"/>
            <a:ext cx="626151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he Hand Black Mate" panose="02010606010101020104" pitchFamily="2" charset="0"/>
              </a:rPr>
              <a:t>RPC</a:t>
            </a:r>
          </a:p>
          <a:p>
            <a:pPr algn="l"/>
            <a:endParaRPr lang="en-US" dirty="0">
              <a:latin typeface="The Hand Black Mate" panose="02010606010101020104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EF645EE-B320-AB28-01EE-1E034DE44506}"/>
              </a:ext>
            </a:extLst>
          </p:cNvPr>
          <p:cNvSpPr/>
          <p:nvPr/>
        </p:nvSpPr>
        <p:spPr>
          <a:xfrm>
            <a:off x="6786281" y="263648"/>
            <a:ext cx="3729316" cy="125505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E8D2C59-2A1D-6C0B-F474-8FD2AACD8C03}"/>
              </a:ext>
            </a:extLst>
          </p:cNvPr>
          <p:cNvSpPr/>
          <p:nvPr/>
        </p:nvSpPr>
        <p:spPr>
          <a:xfrm>
            <a:off x="6786281" y="2537010"/>
            <a:ext cx="3729316" cy="125505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BB6FD01-CDD5-B999-0D8E-7BF88FCF5560}"/>
              </a:ext>
            </a:extLst>
          </p:cNvPr>
          <p:cNvSpPr/>
          <p:nvPr/>
        </p:nvSpPr>
        <p:spPr>
          <a:xfrm>
            <a:off x="6786281" y="5082510"/>
            <a:ext cx="3729315" cy="119230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DAA0F3F-C1E8-61C5-344F-8B7C2B5A1AE9}"/>
                  </a:ext>
                </a:extLst>
              </p14:cNvPr>
              <p14:cNvContentPartPr/>
              <p14:nvPr/>
            </p14:nvContentPartPr>
            <p14:xfrm rot="1320000">
              <a:off x="8265942" y="3750489"/>
              <a:ext cx="30221" cy="1580209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DAA0F3F-C1E8-61C5-344F-8B7C2B5A1AE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 rot="1320000">
                <a:off x="8248372" y="3732487"/>
                <a:ext cx="65010" cy="16158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05785D4-B04F-553B-CEEC-8A5BC8D8C139}"/>
                  </a:ext>
                </a:extLst>
              </p14:cNvPr>
              <p14:cNvContentPartPr/>
              <p14:nvPr/>
            </p14:nvContentPartPr>
            <p14:xfrm rot="20280000">
              <a:off x="9038057" y="3733486"/>
              <a:ext cx="90910" cy="1640899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05785D4-B04F-553B-CEEC-8A5BC8D8C13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 rot="20280000">
                <a:off x="9020232" y="3715482"/>
                <a:ext cx="126204" cy="1676547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00771D1-672D-73F5-7413-AA8C8B7A6730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The Hand Black Mate" panose="02010606010101020104" pitchFamily="2" charset="0"/>
              </a:rPr>
              <a:t>5/1</a:t>
            </a:r>
            <a:r>
              <a:rPr lang="ro-RO" sz="2000" dirty="0">
                <a:latin typeface="The Hand Black Mate" panose="02010606010101020104" pitchFamily="2" charset="0"/>
              </a:rPr>
              <a:t>8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575D82D-108A-B56B-6A71-B6FBC2CB3D5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4852" y="2358543"/>
            <a:ext cx="4531360" cy="35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978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47CC944-FBEB-3F58-4C77-C8D1261E59D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06498" y="1758128"/>
            <a:ext cx="9844602" cy="615950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The Hand Black Mate" panose="02010606010101020104" pitchFamily="2" charset="0"/>
              </a:rPr>
              <a:t>Utilizator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neautentificat</a:t>
            </a:r>
            <a:endParaRPr lang="ro-RO" sz="2800" dirty="0">
              <a:latin typeface="The Hand Black Mate" panose="02010606010101020104" pitchFamily="2" charset="0"/>
            </a:endParaRPr>
          </a:p>
        </p:txBody>
      </p:sp>
      <p:sp>
        <p:nvSpPr>
          <p:cNvPr id="21" name="Content Placeholder 19">
            <a:extLst>
              <a:ext uri="{FF2B5EF4-FFF2-40B4-BE49-F238E27FC236}">
                <a16:creationId xmlns:a16="http://schemas.microsoft.com/office/drawing/2014/main" id="{84A428C6-0768-25EA-8F15-247ABF99AFF8}"/>
              </a:ext>
            </a:extLst>
          </p:cNvPr>
          <p:cNvSpPr txBox="1">
            <a:spLocks/>
          </p:cNvSpPr>
          <p:nvPr/>
        </p:nvSpPr>
        <p:spPr>
          <a:xfrm>
            <a:off x="1006498" y="5490623"/>
            <a:ext cx="10716242" cy="12548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sz="2600" dirty="0">
                <a:latin typeface="The Hand Black Mate" panose="02010606010101020104" pitchFamily="2" charset="0"/>
              </a:rPr>
              <a:t>Utilizator </a:t>
            </a:r>
            <a:r>
              <a:rPr lang="en-US" sz="2600" dirty="0" err="1">
                <a:latin typeface="The Hand Black Mate" panose="02010606010101020104" pitchFamily="2" charset="0"/>
              </a:rPr>
              <a:t>autentificat</a:t>
            </a:r>
            <a:r>
              <a:rPr lang="ro-RO" sz="2600" dirty="0">
                <a:latin typeface="The Hand Black Mate" panose="02010606010101020104" pitchFamily="2" charset="0"/>
              </a:rPr>
              <a:t> (colaborator)</a:t>
            </a:r>
            <a:endParaRPr lang="en-US" sz="2600" dirty="0">
              <a:latin typeface="The Hand Black Mate" panose="02010606010101020104" pitchFamily="2" charset="0"/>
            </a:endParaRPr>
          </a:p>
          <a:p>
            <a:r>
              <a:rPr lang="en-US" sz="2600" dirty="0">
                <a:latin typeface="The Hand Black Mate" panose="02010606010101020104" pitchFamily="2" charset="0"/>
              </a:rPr>
              <a:t>Manager de </a:t>
            </a:r>
            <a:r>
              <a:rPr lang="en-US" sz="2600" dirty="0" err="1">
                <a:latin typeface="The Hand Black Mate" panose="02010606010101020104" pitchFamily="2" charset="0"/>
              </a:rPr>
              <a:t>utilizatori</a:t>
            </a:r>
            <a:endParaRPr lang="en-US" sz="2600" dirty="0">
              <a:latin typeface="The Hand Black Mate" panose="02010606010101020104" pitchFamily="2" charset="0"/>
            </a:endParaRPr>
          </a:p>
          <a:p>
            <a:pPr marL="0" indent="0">
              <a:buNone/>
            </a:pPr>
            <a:endParaRPr lang="ro-RO" sz="2000" dirty="0">
              <a:latin typeface="The Hand Black Mate" panose="02010606010101020104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846D9FDF-6583-532D-FE1F-DF824EBC8CC5}"/>
              </a:ext>
            </a:extLst>
          </p:cNvPr>
          <p:cNvSpPr txBox="1">
            <a:spLocks/>
          </p:cNvSpPr>
          <p:nvPr/>
        </p:nvSpPr>
        <p:spPr>
          <a:xfrm>
            <a:off x="2986142" y="74001"/>
            <a:ext cx="5885314" cy="11723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</a:pPr>
            <a:r>
              <a:rPr lang="ro-RO" sz="4600" dirty="0">
                <a:latin typeface="The Serif Hand Black Mate" panose="03070902030502020204" pitchFamily="66" charset="0"/>
              </a:rPr>
              <a:t>NIVEL DE PREZENTARE</a:t>
            </a:r>
          </a:p>
          <a:p>
            <a:pPr algn="ctr">
              <a:lnSpc>
                <a:spcPct val="90000"/>
              </a:lnSpc>
            </a:pPr>
            <a:r>
              <a:rPr lang="ro-RO" sz="4600" dirty="0">
                <a:latin typeface="The Serif Hand Black Mate" panose="03070902030502020204" pitchFamily="66" charset="0"/>
              </a:rPr>
              <a:t>FLOW</a:t>
            </a:r>
            <a:endParaRPr lang="en-US" sz="4600" dirty="0">
              <a:latin typeface="The Serif Hand Black Mate" panose="03070902030502020204" pitchFamily="66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CD5A590-771C-3516-451A-D2F5ABC50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81" y="2374078"/>
            <a:ext cx="5449627" cy="295188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1D2C2F1-6A45-907B-A55A-4F115B9C1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887" y="2374077"/>
            <a:ext cx="5449627" cy="2951881"/>
          </a:xfrm>
          <a:prstGeom prst="rect">
            <a:avLst/>
          </a:prstGeom>
        </p:spPr>
      </p:pic>
      <p:sp>
        <p:nvSpPr>
          <p:cNvPr id="35" name="Arrow: Right 34">
            <a:extLst>
              <a:ext uri="{FF2B5EF4-FFF2-40B4-BE49-F238E27FC236}">
                <a16:creationId xmlns:a16="http://schemas.microsoft.com/office/drawing/2014/main" id="{49C1AD0B-42E6-6DE0-21BC-80125CA3CB46}"/>
              </a:ext>
            </a:extLst>
          </p:cNvPr>
          <p:cNvSpPr/>
          <p:nvPr/>
        </p:nvSpPr>
        <p:spPr>
          <a:xfrm>
            <a:off x="5750435" y="3674615"/>
            <a:ext cx="705224" cy="515471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>
              <a:latin typeface="The Hand Black Mate" panose="02010606010101020104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46635A-8682-59FF-E3BD-780B5327C9CD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The Hand Black Mate" panose="02010606010101020104" pitchFamily="2" charset="0"/>
              </a:rPr>
              <a:t>6/1</a:t>
            </a:r>
            <a:r>
              <a:rPr lang="ro-RO" sz="2000" dirty="0">
                <a:latin typeface="The Hand Black Mate" panose="02010606010101020104" pitchFamily="2" charset="0"/>
              </a:rPr>
              <a:t>8</a:t>
            </a:r>
          </a:p>
        </p:txBody>
      </p:sp>
      <p:sp>
        <p:nvSpPr>
          <p:cNvPr id="5" name="AutoShape 2" descr=", generat de AI">
            <a:extLst>
              <a:ext uri="{FF2B5EF4-FFF2-40B4-BE49-F238E27FC236}">
                <a16:creationId xmlns:a16="http://schemas.microsoft.com/office/drawing/2014/main" id="{3BA8C525-CB70-5211-F2C5-3611B8CBA7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o-RO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64F9AC-1A88-237E-F326-180BA0E7A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8" y="1382375"/>
            <a:ext cx="11993392" cy="32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735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7EDBB77-0E30-4710-8BE3-5ED4FE4F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24" y="423283"/>
            <a:ext cx="5080576" cy="1620422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NIVEL </a:t>
            </a:r>
            <a:r>
              <a:rPr lang="ro-RO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APLIC</a:t>
            </a:r>
            <a:r>
              <a:rPr lang="en-US" sz="4000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4000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Ț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6F5AFD-2D06-865D-75FE-D9368F2F3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5779" y="3257074"/>
            <a:ext cx="537476" cy="4860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7EC164-6402-FF4B-8C13-FACF1D4AC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830" y="2301405"/>
            <a:ext cx="651811" cy="6017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6D4BDF-287B-ABEF-595F-5845B42DB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577" y="3319588"/>
            <a:ext cx="446397" cy="464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64B694-2A0B-CD6B-718C-658071B2CE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1991" y="3263818"/>
            <a:ext cx="496695" cy="5198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2C63DF-313F-EB62-3356-B2AC4572EA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3704" y="3319502"/>
            <a:ext cx="444969" cy="465854"/>
          </a:xfrm>
          <a:prstGeom prst="rect">
            <a:avLst/>
          </a:prstGeom>
        </p:spPr>
      </p:pic>
      <p:pic>
        <p:nvPicPr>
          <p:cNvPr id="51" name="Graphic 50" descr="Smart Phone with solid fill">
            <a:extLst>
              <a:ext uri="{FF2B5EF4-FFF2-40B4-BE49-F238E27FC236}">
                <a16:creationId xmlns:a16="http://schemas.microsoft.com/office/drawing/2014/main" id="{79F50250-31AB-F62A-E8B1-911630C709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59534" y="424226"/>
            <a:ext cx="914400" cy="914400"/>
          </a:xfrm>
          <a:prstGeom prst="rect">
            <a:avLst/>
          </a:prstGeom>
        </p:spPr>
      </p:pic>
      <p:pic>
        <p:nvPicPr>
          <p:cNvPr id="53" name="Graphic 52" descr="Laptop with solid fill">
            <a:extLst>
              <a:ext uri="{FF2B5EF4-FFF2-40B4-BE49-F238E27FC236}">
                <a16:creationId xmlns:a16="http://schemas.microsoft.com/office/drawing/2014/main" id="{F4DC97EB-8C68-0760-B50E-F35128A218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83200" y="423755"/>
            <a:ext cx="914400" cy="914400"/>
          </a:xfrm>
          <a:prstGeom prst="rect">
            <a:avLst/>
          </a:prstGeom>
        </p:spPr>
      </p:pic>
      <p:pic>
        <p:nvPicPr>
          <p:cNvPr id="55" name="Graphic 54" descr="Computer with solid fill">
            <a:extLst>
              <a:ext uri="{FF2B5EF4-FFF2-40B4-BE49-F238E27FC236}">
                <a16:creationId xmlns:a16="http://schemas.microsoft.com/office/drawing/2014/main" id="{50814973-5ED8-5464-B30C-079D2F79A70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80392" y="423283"/>
            <a:ext cx="914400" cy="914400"/>
          </a:xfrm>
          <a:prstGeom prst="rect">
            <a:avLst/>
          </a:prstGeom>
        </p:spPr>
      </p:pic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A53B6650-82E9-87D4-146D-C177B1C9678E}"/>
              </a:ext>
            </a:extLst>
          </p:cNvPr>
          <p:cNvSpPr/>
          <p:nvPr/>
        </p:nvSpPr>
        <p:spPr>
          <a:xfrm>
            <a:off x="6694889" y="259976"/>
            <a:ext cx="3731061" cy="1261801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8AE233BB-722C-9F76-C6A3-3ED5A561DEE3}"/>
              </a:ext>
            </a:extLst>
          </p:cNvPr>
          <p:cNvSpPr/>
          <p:nvPr/>
        </p:nvSpPr>
        <p:spPr>
          <a:xfrm>
            <a:off x="6694888" y="5148914"/>
            <a:ext cx="3731061" cy="1275288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8DD9668A-FF68-B555-47BB-3114935AAEC8}"/>
              </a:ext>
            </a:extLst>
          </p:cNvPr>
          <p:cNvSpPr/>
          <p:nvPr/>
        </p:nvSpPr>
        <p:spPr>
          <a:xfrm>
            <a:off x="6691874" y="2240303"/>
            <a:ext cx="3729316" cy="1922649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86498CF5-1455-C888-764B-9826D1921DCF}"/>
                  </a:ext>
                </a:extLst>
              </p14:cNvPr>
              <p14:cNvContentPartPr/>
              <p14:nvPr/>
            </p14:nvContentPartPr>
            <p14:xfrm rot="296001" flipH="1">
              <a:off x="7941370" y="3895873"/>
              <a:ext cx="37213" cy="1249786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86498CF5-1455-C888-764B-9826D1921DC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 rot="296001" flipH="1">
                <a:off x="7923817" y="3877870"/>
                <a:ext cx="71969" cy="12854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E568F7AE-4EFE-5417-08A2-F5C21684BEBB}"/>
                  </a:ext>
                </a:extLst>
              </p14:cNvPr>
              <p14:cNvContentPartPr/>
              <p14:nvPr/>
            </p14:nvContentPartPr>
            <p14:xfrm rot="21081998" flipH="1">
              <a:off x="9043931" y="3891599"/>
              <a:ext cx="37213" cy="1249786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E568F7AE-4EFE-5417-08A2-F5C21684BEB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 rot="21081998" flipH="1">
                <a:off x="9026378" y="3873596"/>
                <a:ext cx="71969" cy="12854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95F4F10-0E6C-545E-55B4-52F63BF0C8F2}"/>
                  </a:ext>
                </a:extLst>
              </p14:cNvPr>
              <p14:cNvContentPartPr/>
              <p14:nvPr/>
            </p14:nvContentPartPr>
            <p14:xfrm rot="-180000" flipH="1">
              <a:off x="8547650" y="1501628"/>
              <a:ext cx="37213" cy="723805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95F4F10-0E6C-545E-55B4-52F63BF0C8F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 rot="-180000" flipH="1">
                <a:off x="8530097" y="1483632"/>
                <a:ext cx="71969" cy="7594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78380F0-13B4-5E31-996B-E31227033D42}"/>
                  </a:ext>
                </a:extLst>
              </p14:cNvPr>
              <p14:cNvContentPartPr/>
              <p14:nvPr/>
            </p14:nvContentPartPr>
            <p14:xfrm>
              <a:off x="6696159" y="3105457"/>
              <a:ext cx="3716066" cy="6743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78380F0-13B4-5E31-996B-E31227033D4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678520" y="2768307"/>
                <a:ext cx="3751704" cy="674300"/>
              </a:xfrm>
              <a:prstGeom prst="rect">
                <a:avLst/>
              </a:prstGeom>
            </p:spPr>
          </p:pic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987EA0D9-39E2-5759-46AA-CEAC66648277}"/>
              </a:ext>
            </a:extLst>
          </p:cNvPr>
          <p:cNvSpPr txBox="1"/>
          <p:nvPr/>
        </p:nvSpPr>
        <p:spPr>
          <a:xfrm>
            <a:off x="440164" y="2906389"/>
            <a:ext cx="5893164" cy="26571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Aft>
                <a:spcPts val="800"/>
              </a:spcAft>
              <a:buFont typeface="Arial"/>
              <a:buChar char="•"/>
            </a:pPr>
            <a:r>
              <a:rPr lang="en-US" sz="2800" baseline="0" dirty="0">
                <a:latin typeface="The Hand Black Mate" panose="02010606010101020104" pitchFamily="2" charset="0"/>
              </a:rPr>
              <a:t>A</a:t>
            </a:r>
            <a:r>
              <a:rPr lang="ro-RO" sz="2800" dirty="0">
                <a:latin typeface="The Hand Black Mate" panose="02010606010101020104" pitchFamily="2" charset="0"/>
              </a:rPr>
              <a:t>PI</a:t>
            </a:r>
            <a:r>
              <a:rPr lang="en-US" sz="2800" baseline="0" dirty="0">
                <a:latin typeface="The Hand Black Mate" panose="02010606010101020104" pitchFamily="2" charset="0"/>
              </a:rPr>
              <a:t> </a:t>
            </a:r>
            <a:r>
              <a:rPr lang="en-US" sz="2800" baseline="0" dirty="0" err="1">
                <a:latin typeface="The Hand Black Mate" panose="02010606010101020104" pitchFamily="2" charset="0"/>
              </a:rPr>
              <a:t>getway</a:t>
            </a:r>
            <a:r>
              <a:rPr lang="en-US" sz="2800" baseline="0" dirty="0">
                <a:latin typeface="The Hand Black Mate" panose="02010606010101020104" pitchFamily="2" charset="0"/>
              </a:rPr>
              <a:t> - </a:t>
            </a:r>
            <a:r>
              <a:rPr lang="en-US" sz="2800" baseline="0" dirty="0" err="1">
                <a:latin typeface="The Hand Black Mate" panose="02010606010101020104" pitchFamily="2" charset="0"/>
              </a:rPr>
              <a:t>comunicare</a:t>
            </a:r>
            <a:r>
              <a:rPr lang="en-US" sz="2800" baseline="0" dirty="0">
                <a:latin typeface="The Hand Black Mate" panose="02010606010101020104" pitchFamily="2" charset="0"/>
              </a:rPr>
              <a:t> </a:t>
            </a:r>
            <a:r>
              <a:rPr lang="en-US" sz="2800" baseline="0" dirty="0" err="1">
                <a:latin typeface="The Hand Black Mate" panose="02010606010101020104" pitchFamily="2" charset="0"/>
              </a:rPr>
              <a:t>utilizator</a:t>
            </a:r>
            <a:endParaRPr lang="en-US" sz="2800" dirty="0">
              <a:latin typeface="The Hand Black Mate" panose="02010606010101020104" pitchFamily="2" charset="0"/>
              <a:ea typeface="+mn-lt"/>
              <a:cs typeface="+mn-lt"/>
            </a:endParaRPr>
          </a:p>
          <a:p>
            <a:pPr marL="285750" indent="-285750">
              <a:spcAft>
                <a:spcPts val="800"/>
              </a:spcAft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User - 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autentificare</a:t>
            </a:r>
            <a:r>
              <a:rPr lang="ro-RO" sz="2800" dirty="0">
                <a:latin typeface="The Hand Black Mate" panose="02010606010101020104" pitchFamily="2" charset="0"/>
                <a:ea typeface="+mn-lt"/>
                <a:cs typeface="+mn-lt"/>
              </a:rPr>
              <a:t>, </a:t>
            </a:r>
            <a:r>
              <a:rPr lang="ro-RO" sz="2800" dirty="0" err="1">
                <a:latin typeface="The Hand Black Mate" panose="02010606010101020104" pitchFamily="2" charset="0"/>
                <a:ea typeface="+mn-lt"/>
                <a:cs typeface="+mn-lt"/>
              </a:rPr>
              <a:t>delogare</a:t>
            </a:r>
            <a:endParaRPr lang="en-US" sz="2800" dirty="0">
              <a:latin typeface="The Hand Black Mate" panose="02010606010101020104" pitchFamily="2" charset="0"/>
            </a:endParaRPr>
          </a:p>
          <a:p>
            <a:pPr marL="285750" indent="-285750">
              <a:spcAft>
                <a:spcPts val="800"/>
              </a:spcAft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Security -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autorizare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prin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 JWT</a:t>
            </a:r>
            <a:endParaRPr lang="en-US" sz="2800" dirty="0">
              <a:latin typeface="The Hand Black Mate" panose="02010606010101020104" pitchFamily="2" charset="0"/>
            </a:endParaRPr>
          </a:p>
          <a:p>
            <a:pPr marL="285750" indent="-285750">
              <a:spcAft>
                <a:spcPts val="800"/>
              </a:spcAft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R</a:t>
            </a:r>
            <a:r>
              <a:rPr lang="ro-RO" sz="2800" dirty="0">
                <a:latin typeface="The Hand Black Mate" panose="02010606010101020104" pitchFamily="2" charset="0"/>
                <a:ea typeface="+mn-lt"/>
                <a:cs typeface="+mn-lt"/>
              </a:rPr>
              <a:t>PC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 client -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comunicare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 blockchain,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conversi</a:t>
            </a:r>
            <a:r>
              <a:rPr lang="ro-RO" sz="2800" dirty="0">
                <a:latin typeface="The Hand Black Mate" panose="02010606010101020104" pitchFamily="2" charset="0"/>
                <a:ea typeface="+mn-lt"/>
                <a:cs typeface="+mn-lt"/>
              </a:rPr>
              <a:t>e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ro-RO" sz="2800" dirty="0">
                <a:latin typeface="The Hand Black Mate" panose="02010606010101020104" pitchFamily="2" charset="0"/>
                <a:ea typeface="+mn-lt"/>
                <a:cs typeface="+mn-lt"/>
              </a:rPr>
              <a:t>de 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date</a:t>
            </a:r>
          </a:p>
          <a:p>
            <a:pPr marL="285750" indent="-285750">
              <a:spcAft>
                <a:spcPts val="800"/>
              </a:spcAft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Classifier -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analiza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datelor</a:t>
            </a:r>
            <a:endParaRPr lang="en-US" sz="2800" dirty="0">
              <a:latin typeface="The Hand Black Mate" panose="02010606010101020104" pitchFamily="2" charset="0"/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245DC-7D74-AF56-60C0-D52C82A2D50C}"/>
              </a:ext>
            </a:extLst>
          </p:cNvPr>
          <p:cNvSpPr txBox="1"/>
          <p:nvPr/>
        </p:nvSpPr>
        <p:spPr>
          <a:xfrm>
            <a:off x="7555832" y="4443663"/>
            <a:ext cx="44917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latin typeface="The Hand Black Mate" panose="02010606010101020104" pitchFamily="2" charset="0"/>
              </a:rPr>
              <a:t>RPC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1E029F-443E-2E7F-F1F8-4AA3F6F8F693}"/>
              </a:ext>
            </a:extLst>
          </p:cNvPr>
          <p:cNvSpPr txBox="1"/>
          <p:nvPr/>
        </p:nvSpPr>
        <p:spPr>
          <a:xfrm>
            <a:off x="9079831" y="4443663"/>
            <a:ext cx="457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latin typeface="The Hand Black Mate" panose="02010606010101020104" pitchFamily="2" charset="0"/>
              </a:rPr>
              <a:t>SQL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F27440-F4DA-AAC5-6B8B-373328DD372C}"/>
              </a:ext>
            </a:extLst>
          </p:cNvPr>
          <p:cNvSpPr txBox="1"/>
          <p:nvPr/>
        </p:nvSpPr>
        <p:spPr>
          <a:xfrm>
            <a:off x="8077200" y="1700463"/>
            <a:ext cx="68178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latin typeface="The Hand Black Mate" panose="02010606010101020104" pitchFamily="2" charset="0"/>
              </a:rPr>
              <a:t>HTTP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BEAE43-FAD6-447A-2725-4B30C49BA14B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o-RO" sz="2000" dirty="0">
                <a:latin typeface="The Hand Black Mate" panose="02010606010101020104" pitchFamily="2" charset="0"/>
              </a:rPr>
              <a:t>7</a:t>
            </a:r>
            <a:r>
              <a:rPr lang="en-US" sz="2000" dirty="0">
                <a:latin typeface="The Hand Black Mate" panose="02010606010101020104" pitchFamily="2" charset="0"/>
              </a:rPr>
              <a:t>/1</a:t>
            </a:r>
            <a:r>
              <a:rPr lang="ro-RO" sz="2000" dirty="0">
                <a:latin typeface="The Hand Black Mate" panose="02010606010101020104" pitchFamily="2" charset="0"/>
              </a:rPr>
              <a:t>8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1CF093-06DE-86DB-AB2F-1B1D61381A3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flipV="1">
            <a:off x="453710" y="2225911"/>
            <a:ext cx="4627218" cy="36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077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7EDBB77-0E30-4710-8BE3-5ED4FE4F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205" y="496431"/>
            <a:ext cx="4714954" cy="1472395"/>
          </a:xfrm>
        </p:spPr>
        <p:txBody>
          <a:bodyPr>
            <a:noAutofit/>
          </a:bodyPr>
          <a:lstStyle/>
          <a:p>
            <a:pPr algn="ctr"/>
            <a:r>
              <a:rPr lang="ro-RO" sz="4600" dirty="0">
                <a:latin typeface="The Serif Hand Black Mate" panose="03070902030502020204" pitchFamily="66" charset="0"/>
              </a:rPr>
              <a:t>nivel DE</a:t>
            </a:r>
            <a:r>
              <a:rPr lang="en-US" sz="4600" dirty="0">
                <a:latin typeface="The Serif Hand Black Mate" panose="03070902030502020204" pitchFamily="66" charset="0"/>
              </a:rPr>
              <a:t> D</a:t>
            </a:r>
            <a:r>
              <a:rPr lang="ro-RO" sz="4600" dirty="0">
                <a:latin typeface="The Serif Hand Black Mate" panose="03070902030502020204" pitchFamily="66" charset="0"/>
              </a:rPr>
              <a:t>ATE</a:t>
            </a:r>
            <a:br>
              <a:rPr lang="en-US" sz="4600" dirty="0">
                <a:latin typeface="The Serif Hand Black Mate" panose="03070902030502020204" pitchFamily="66" charset="0"/>
              </a:rPr>
            </a:br>
            <a:r>
              <a:rPr lang="en-US" sz="4600" dirty="0">
                <a:latin typeface="The Serif Hand Black Mate" panose="03070902030502020204" pitchFamily="66" charset="0"/>
              </a:rPr>
              <a:t>S</a:t>
            </a:r>
            <a:r>
              <a:rPr lang="ro-RO" sz="4600" dirty="0">
                <a:latin typeface="The Serif Hand Black Mate" panose="03070902030502020204" pitchFamily="66" charset="0"/>
              </a:rPr>
              <a:t>MART CONTRACT</a:t>
            </a:r>
            <a:endParaRPr lang="en-US" sz="4600" dirty="0">
              <a:latin typeface="The Serif Hand Black Mate" panose="03070902030502020204" pitchFamily="66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A62390-47CD-31E4-6FDE-973877CC5787}"/>
              </a:ext>
            </a:extLst>
          </p:cNvPr>
          <p:cNvSpPr txBox="1"/>
          <p:nvPr/>
        </p:nvSpPr>
        <p:spPr>
          <a:xfrm>
            <a:off x="422377" y="2736875"/>
            <a:ext cx="5429783" cy="20210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Aft>
                <a:spcPts val="800"/>
              </a:spcAft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</a:rPr>
              <a:t>Date </a:t>
            </a:r>
            <a:r>
              <a:rPr lang="en-US" sz="2800" dirty="0" err="1">
                <a:latin typeface="The Hand Black Mate" panose="02010606010101020104" pitchFamily="2" charset="0"/>
              </a:rPr>
              <a:t>imutabile</a:t>
            </a:r>
            <a:r>
              <a:rPr lang="en-US" sz="2800" dirty="0">
                <a:latin typeface="The Hand Black Mate" panose="02010606010101020104" pitchFamily="2" charset="0"/>
              </a:rPr>
              <a:t>: an de </a:t>
            </a:r>
            <a:r>
              <a:rPr lang="en-US" sz="2800" dirty="0" err="1">
                <a:latin typeface="The Hand Black Mate" panose="02010606010101020104" pitchFamily="2" charset="0"/>
              </a:rPr>
              <a:t>fabrica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 err="1">
                <a:latin typeface="The Hand Black Mate" panose="02010606010101020104" pitchFamily="2" charset="0"/>
              </a:rPr>
              <a:t>ie</a:t>
            </a:r>
            <a:r>
              <a:rPr lang="en-US" sz="2800" dirty="0">
                <a:latin typeface="The Hand Black Mate" panose="02010606010101020104" pitchFamily="2" charset="0"/>
              </a:rPr>
              <a:t>, num</a:t>
            </a:r>
            <a:r>
              <a:rPr lang="ro-RO" sz="2800" dirty="0">
                <a:latin typeface="The Hand Black Mate" panose="02010606010101020104" pitchFamily="2" charset="0"/>
              </a:rPr>
              <a:t>ă</a:t>
            </a:r>
            <a:r>
              <a:rPr lang="en-US" sz="2800" dirty="0">
                <a:latin typeface="The Hand Black Mate" panose="02010606010101020104" pitchFamily="2" charset="0"/>
              </a:rPr>
              <a:t>r de </a:t>
            </a:r>
            <a:r>
              <a:rPr lang="ro-RO" sz="2800" dirty="0">
                <a:latin typeface="The Hand Black Mate" panose="02010606010101020104" pitchFamily="2" charset="0"/>
              </a:rPr>
              <a:t>ș</a:t>
            </a:r>
            <a:r>
              <a:rPr lang="en-US" sz="2800" dirty="0" err="1">
                <a:latin typeface="The Hand Black Mate" panose="02010606010101020104" pitchFamily="2" charset="0"/>
              </a:rPr>
              <a:t>asiu</a:t>
            </a:r>
            <a:r>
              <a:rPr lang="en-US" sz="2800" dirty="0">
                <a:latin typeface="The Hand Black Mate" panose="02010606010101020104" pitchFamily="2" charset="0"/>
              </a:rPr>
              <a:t>, etc.</a:t>
            </a:r>
          </a:p>
          <a:p>
            <a:pPr marL="285750" indent="-285750">
              <a:spcAft>
                <a:spcPts val="800"/>
              </a:spcAft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</a:rPr>
              <a:t>Date </a:t>
            </a:r>
            <a:r>
              <a:rPr lang="en-US" sz="2800" dirty="0" err="1">
                <a:latin typeface="The Hand Black Mate" panose="02010606010101020104" pitchFamily="2" charset="0"/>
              </a:rPr>
              <a:t>mutabile</a:t>
            </a:r>
            <a:r>
              <a:rPr lang="en-US" sz="2800" dirty="0">
                <a:latin typeface="The Hand Black Mate" panose="02010606010101020104" pitchFamily="2" charset="0"/>
              </a:rPr>
              <a:t>: </a:t>
            </a:r>
            <a:r>
              <a:rPr lang="en-US" sz="2800" dirty="0" err="1">
                <a:latin typeface="The Hand Black Mate" panose="02010606010101020104" pitchFamily="2" charset="0"/>
              </a:rPr>
              <a:t>culoare</a:t>
            </a:r>
            <a:r>
              <a:rPr lang="en-US" sz="2800" dirty="0">
                <a:latin typeface="The Hand Black Mate" panose="02010606010101020104" pitchFamily="2" charset="0"/>
              </a:rPr>
              <a:t>, </a:t>
            </a:r>
            <a:r>
              <a:rPr lang="en-US" sz="2800" dirty="0" err="1">
                <a:latin typeface="The Hand Black Mate" panose="02010606010101020104" pitchFamily="2" charset="0"/>
              </a:rPr>
              <a:t>dimensiuni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ro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 err="1">
                <a:latin typeface="The Hand Black Mate" panose="02010606010101020104" pitchFamily="2" charset="0"/>
              </a:rPr>
              <a:t>i</a:t>
            </a:r>
            <a:r>
              <a:rPr lang="en-US" sz="2800" dirty="0">
                <a:latin typeface="The Hand Black Mate" panose="02010606010101020104" pitchFamily="2" charset="0"/>
              </a:rPr>
              <a:t>, num</a:t>
            </a:r>
            <a:r>
              <a:rPr lang="ro-RO" sz="2800" dirty="0">
                <a:latin typeface="The Hand Black Mate" panose="02010606010101020104" pitchFamily="2" charset="0"/>
              </a:rPr>
              <a:t>ă</a:t>
            </a:r>
            <a:r>
              <a:rPr lang="en-US" sz="2800" dirty="0">
                <a:latin typeface="The Hand Black Mate" panose="02010606010101020104" pitchFamily="2" charset="0"/>
              </a:rPr>
              <a:t>r de </a:t>
            </a:r>
            <a:r>
              <a:rPr lang="en-US" sz="2800" dirty="0" err="1">
                <a:latin typeface="The Hand Black Mate" panose="02010606010101020104" pitchFamily="2" charset="0"/>
              </a:rPr>
              <a:t>kilometrii</a:t>
            </a:r>
            <a:r>
              <a:rPr lang="en-US" sz="2800" dirty="0">
                <a:latin typeface="The Hand Black Mate" panose="02010606010101020104" pitchFamily="2" charset="0"/>
              </a:rPr>
              <a:t>, etc.</a:t>
            </a:r>
          </a:p>
          <a:p>
            <a:pPr marL="285750" indent="-285750">
              <a:spcAft>
                <a:spcPts val="800"/>
              </a:spcAft>
              <a:buFont typeface="Arial"/>
              <a:buChar char="•"/>
            </a:pPr>
            <a:r>
              <a:rPr lang="en-US" sz="2800" dirty="0" err="1">
                <a:latin typeface="The Hand Black Mate" panose="02010606010101020104" pitchFamily="2" charset="0"/>
              </a:rPr>
              <a:t>Stocare</a:t>
            </a:r>
            <a:r>
              <a:rPr lang="en-US" sz="2800" dirty="0">
                <a:latin typeface="The Hand Black Mate" panose="02010606010101020104" pitchFamily="2" charset="0"/>
              </a:rPr>
              <a:t> </a:t>
            </a:r>
            <a:r>
              <a:rPr lang="en-US" sz="2800" dirty="0" err="1">
                <a:latin typeface="The Hand Black Mate" panose="02010606010101020104" pitchFamily="2" charset="0"/>
              </a:rPr>
              <a:t>modific</a:t>
            </a:r>
            <a:r>
              <a:rPr lang="ro-RO" sz="2800" dirty="0">
                <a:latin typeface="The Hand Black Mate" panose="02010606010101020104" pitchFamily="2" charset="0"/>
              </a:rPr>
              <a:t>ă</a:t>
            </a:r>
            <a:r>
              <a:rPr lang="en-US" sz="2800" dirty="0" err="1">
                <a:latin typeface="The Hand Black Mate" panose="02010606010101020104" pitchFamily="2" charset="0"/>
              </a:rPr>
              <a:t>ri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ro-RO" sz="2800" dirty="0">
                <a:latin typeface="The Hand Black Mate" panose="02010606010101020104" pitchFamily="2" charset="0"/>
              </a:rPr>
              <a:t>ș</a:t>
            </a:r>
            <a:r>
              <a:rPr lang="en-US" sz="2800" dirty="0" err="1">
                <a:latin typeface="The Hand Black Mate" panose="02010606010101020104" pitchFamily="2" charset="0"/>
              </a:rPr>
              <a:t>i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evenimente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pentru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fiecare</a:t>
            </a:r>
            <a:r>
              <a:rPr lang="en-US" sz="2800" dirty="0">
                <a:latin typeface="The Hand Black Mate" panose="02010606010101020104" pitchFamily="2" charset="0"/>
              </a:rPr>
              <a:t> ma</a:t>
            </a:r>
            <a:r>
              <a:rPr lang="ro-RO" sz="2800" dirty="0">
                <a:latin typeface="The Hand Black Mate" panose="02010606010101020104" pitchFamily="2" charset="0"/>
              </a:rPr>
              <a:t>ș</a:t>
            </a:r>
            <a:r>
              <a:rPr lang="en-US" sz="2800" dirty="0">
                <a:latin typeface="The Hand Black Mate" panose="02010606010101020104" pitchFamily="2" charset="0"/>
              </a:rPr>
              <a:t>in</a:t>
            </a:r>
            <a:r>
              <a:rPr lang="ro-RO" sz="2800" dirty="0">
                <a:latin typeface="The Hand Black Mate" panose="02010606010101020104" pitchFamily="2" charset="0"/>
              </a:rPr>
              <a:t>ă</a:t>
            </a:r>
          </a:p>
        </p:txBody>
      </p:sp>
      <p:pic>
        <p:nvPicPr>
          <p:cNvPr id="1002" name="Picture 1001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6B40978D-6F35-A53E-865A-ABCC35727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524" y="3488070"/>
            <a:ext cx="2601513" cy="17976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16C8DE-15F6-1B6D-3AFE-C8C9130CA0CC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o-RO" sz="2000" dirty="0">
                <a:latin typeface="The Hand Black Mate" panose="02010606010101020104" pitchFamily="2" charset="0"/>
              </a:rPr>
              <a:t>8</a:t>
            </a:r>
            <a:r>
              <a:rPr lang="en-US" sz="2000" dirty="0">
                <a:latin typeface="The Hand Black Mate" panose="02010606010101020104" pitchFamily="2" charset="0"/>
              </a:rPr>
              <a:t>/1</a:t>
            </a:r>
            <a:r>
              <a:rPr lang="ro-RO" sz="2000" dirty="0">
                <a:latin typeface="The Hand Black Mate" panose="02010606010101020104" pitchFamily="2" charset="0"/>
              </a:rPr>
              <a:t>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5BF725-A289-6658-5819-600C6471A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976" y="5571609"/>
            <a:ext cx="9798061" cy="789960"/>
          </a:xfrm>
          <a:prstGeom prst="rect">
            <a:avLst/>
          </a:prstGeom>
        </p:spPr>
      </p:pic>
      <p:graphicFrame>
        <p:nvGraphicFramePr>
          <p:cNvPr id="6" name="Content Placeholder 4" descr="timeline SmartArt graphic">
            <a:extLst>
              <a:ext uri="{FF2B5EF4-FFF2-40B4-BE49-F238E27FC236}">
                <a16:creationId xmlns:a16="http://schemas.microsoft.com/office/drawing/2014/main" id="{F2FDABFE-C0D0-939F-FC39-3351F73E60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7695159"/>
              </p:ext>
            </p:extLst>
          </p:nvPr>
        </p:nvGraphicFramePr>
        <p:xfrm>
          <a:off x="6425256" y="323653"/>
          <a:ext cx="4714954" cy="3105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8A33D8F-9569-212D-CE7A-C74D625D4E4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V="1">
            <a:off x="440164" y="2225911"/>
            <a:ext cx="4627218" cy="36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146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A62390-47CD-31E4-6FDE-973877CC5787}"/>
              </a:ext>
            </a:extLst>
          </p:cNvPr>
          <p:cNvSpPr txBox="1"/>
          <p:nvPr/>
        </p:nvSpPr>
        <p:spPr>
          <a:xfrm>
            <a:off x="423693" y="3030403"/>
            <a:ext cx="4775629" cy="17440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Aft>
                <a:spcPts val="1400"/>
              </a:spcAft>
              <a:buFont typeface="Arial"/>
              <a:buChar char="•"/>
            </a:pPr>
            <a:r>
              <a:rPr lang="en-US" sz="2800" dirty="0"/>
              <a:t>Creare, </a:t>
            </a:r>
            <a:r>
              <a:rPr lang="en-US" sz="2800" dirty="0" err="1"/>
              <a:t>Actualizare</a:t>
            </a:r>
            <a:r>
              <a:rPr lang="en-US" sz="2800" dirty="0"/>
              <a:t>, </a:t>
            </a:r>
            <a:r>
              <a:rPr lang="en-US" sz="2800" dirty="0" err="1"/>
              <a:t>Citire</a:t>
            </a:r>
            <a:endParaRPr lang="en-US" sz="2800" dirty="0"/>
          </a:p>
          <a:p>
            <a:pPr marL="285750" indent="-285750">
              <a:spcAft>
                <a:spcPts val="1400"/>
              </a:spcAft>
              <a:buFont typeface="Arial"/>
              <a:buChar char="•"/>
            </a:pPr>
            <a:r>
              <a:rPr lang="en-US" sz="2800" dirty="0"/>
              <a:t>Gas &amp; Gas price</a:t>
            </a:r>
          </a:p>
          <a:p>
            <a:pPr marL="285750" indent="-285750">
              <a:spcAft>
                <a:spcPts val="1400"/>
              </a:spcAft>
              <a:buFont typeface="Arial"/>
              <a:buChar char="•"/>
            </a:pPr>
            <a:r>
              <a:rPr lang="en-US" sz="2800" dirty="0"/>
              <a:t>20 * 10</a:t>
            </a:r>
            <a:r>
              <a:rPr lang="en-US" sz="3200" baseline="40000" dirty="0"/>
              <a:t>9</a:t>
            </a:r>
            <a:r>
              <a:rPr lang="en-US" sz="2800" dirty="0"/>
              <a:t> Wei = 20 </a:t>
            </a:r>
            <a:r>
              <a:rPr lang="en-US" sz="2800" dirty="0" err="1"/>
              <a:t>Gwei</a:t>
            </a:r>
            <a:r>
              <a:rPr lang="en-US" sz="2800" dirty="0"/>
              <a:t> = 20 * 10</a:t>
            </a:r>
            <a:r>
              <a:rPr lang="en-US" sz="3200" baseline="40000" dirty="0"/>
              <a:t>-9</a:t>
            </a:r>
            <a:r>
              <a:rPr lang="en-US" sz="2800" dirty="0"/>
              <a:t> Eth</a:t>
            </a:r>
          </a:p>
        </p:txBody>
      </p:sp>
      <p:graphicFrame>
        <p:nvGraphicFramePr>
          <p:cNvPr id="1093" name="Table 9">
            <a:extLst>
              <a:ext uri="{FF2B5EF4-FFF2-40B4-BE49-F238E27FC236}">
                <a16:creationId xmlns:a16="http://schemas.microsoft.com/office/drawing/2014/main" id="{3AE8B7A6-13CE-C222-71B2-6D9DE72034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3541859"/>
              </p:ext>
            </p:extLst>
          </p:nvPr>
        </p:nvGraphicFramePr>
        <p:xfrm>
          <a:off x="5591082" y="1887402"/>
          <a:ext cx="59030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2244">
                  <a:extLst>
                    <a:ext uri="{9D8B030D-6E8A-4147-A177-3AD203B41FA5}">
                      <a16:colId xmlns:a16="http://schemas.microsoft.com/office/drawing/2014/main" val="4236101987"/>
                    </a:ext>
                  </a:extLst>
                </a:gridCol>
                <a:gridCol w="1599572">
                  <a:extLst>
                    <a:ext uri="{9D8B030D-6E8A-4147-A177-3AD203B41FA5}">
                      <a16:colId xmlns:a16="http://schemas.microsoft.com/office/drawing/2014/main" val="3759119048"/>
                    </a:ext>
                  </a:extLst>
                </a:gridCol>
                <a:gridCol w="1741195">
                  <a:extLst>
                    <a:ext uri="{9D8B030D-6E8A-4147-A177-3AD203B41FA5}">
                      <a16:colId xmlns:a16="http://schemas.microsoft.com/office/drawing/2014/main" val="1493095617"/>
                    </a:ext>
                  </a:extLst>
                </a:gridCol>
              </a:tblGrid>
              <a:tr h="48564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he Hand Black Mate" panose="02010606010101020104" pitchFamily="2" charset="0"/>
                        </a:rPr>
                        <a:t>Opera</a:t>
                      </a:r>
                      <a:r>
                        <a:rPr lang="ro-RO" sz="2800" dirty="0">
                          <a:latin typeface="The Hand Black Mate" panose="02010606010101020104" pitchFamily="2" charset="0"/>
                        </a:rPr>
                        <a:t>ț</a:t>
                      </a:r>
                      <a:r>
                        <a:rPr lang="en-US" sz="2800" dirty="0" err="1">
                          <a:latin typeface="The Hand Black Mate" panose="02010606010101020104" pitchFamily="2" charset="0"/>
                        </a:rPr>
                        <a:t>ie</a:t>
                      </a:r>
                      <a:endParaRPr lang="en-US" sz="28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he Hand Black Mate" panose="02010606010101020104" pitchFamily="2" charset="0"/>
                        </a:rPr>
                        <a:t>Gas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he Hand Black Mate" panose="02010606010101020104" pitchFamily="2" charset="0"/>
                        </a:rPr>
                        <a:t>Eth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68758"/>
                  </a:ext>
                </a:extLst>
              </a:tr>
              <a:tr h="48564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dirty="0">
                          <a:latin typeface="The Hand Black Mate" panose="02010606010101020104" pitchFamily="2" charset="0"/>
                        </a:rPr>
                        <a:t>“Deploy”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b="0" i="0" u="none" strike="noStrike" noProof="0" dirty="0">
                          <a:latin typeface="The Hand Black Mate" panose="02010606010101020104" pitchFamily="2" charset="0"/>
                        </a:rPr>
                        <a:t>5.329 * 10</a:t>
                      </a:r>
                      <a:r>
                        <a:rPr lang="en-US" sz="3200" b="0" i="0" u="none" strike="noStrike" baseline="40000" noProof="0" dirty="0">
                          <a:latin typeface="The Hand Black Mate" panose="02010606010101020104" pitchFamily="2" charset="0"/>
                        </a:rPr>
                        <a:t>6</a:t>
                      </a:r>
                      <a:endParaRPr lang="en-US" sz="28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b="0" i="0" u="none" strike="noStrike" noProof="0" dirty="0">
                          <a:latin typeface="The Hand Black Mate" panose="02010606010101020104" pitchFamily="2" charset="0"/>
                        </a:rPr>
                        <a:t>0.10688 </a:t>
                      </a:r>
                      <a:endParaRPr lang="en-US" sz="28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6787693"/>
                  </a:ext>
                </a:extLst>
              </a:tr>
              <a:tr h="48564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b="0" i="0" u="none" strike="noStrike" noProof="0" dirty="0">
                          <a:latin typeface="The Hand Black Mate" panose="02010606010101020104" pitchFamily="2" charset="0"/>
                        </a:rPr>
                        <a:t>Ad</a:t>
                      </a:r>
                      <a:r>
                        <a:rPr lang="ro-RO" sz="2800" b="0" i="0" u="none" strike="noStrike" noProof="0" dirty="0">
                          <a:latin typeface="The Hand Black Mate" panose="02010606010101020104" pitchFamily="2" charset="0"/>
                        </a:rPr>
                        <a:t>ă</a:t>
                      </a:r>
                      <a:r>
                        <a:rPr lang="en-US" sz="2800" b="0" i="0" u="none" strike="noStrike" noProof="0" dirty="0" err="1">
                          <a:latin typeface="The Hand Black Mate" panose="02010606010101020104" pitchFamily="2" charset="0"/>
                        </a:rPr>
                        <a:t>ugare</a:t>
                      </a:r>
                      <a:r>
                        <a:rPr lang="en-US" sz="2800" b="0" i="0" u="none" strike="noStrike" noProof="0" dirty="0">
                          <a:latin typeface="The Hand Black Mate" panose="02010606010101020104" pitchFamily="2" charset="0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b="0" i="0" u="none" strike="noStrike" noProof="0" dirty="0">
                          <a:latin typeface="The Hand Black Mate" panose="02010606010101020104" pitchFamily="2" charset="0"/>
                        </a:rPr>
                        <a:t>2.872</a:t>
                      </a:r>
                      <a:r>
                        <a:rPr lang="en-US" sz="2800" b="0" i="0" u="none" strike="noStrike" noProof="0" dirty="0">
                          <a:solidFill>
                            <a:srgbClr val="000000"/>
                          </a:solidFill>
                          <a:latin typeface="The Hand Black Mate" panose="02010606010101020104" pitchFamily="2" charset="0"/>
                        </a:rPr>
                        <a:t> * 10</a:t>
                      </a:r>
                      <a:r>
                        <a:rPr lang="en-US" sz="3200" b="0" i="0" u="none" strike="noStrike" baseline="40000" noProof="0" dirty="0">
                          <a:solidFill>
                            <a:srgbClr val="000000"/>
                          </a:solidFill>
                          <a:latin typeface="The Hand Black Mate" panose="02010606010101020104" pitchFamily="2" charset="0"/>
                        </a:rPr>
                        <a:t>6</a:t>
                      </a:r>
                      <a:endParaRPr lang="en-US" sz="2800" b="0" i="0" u="none" strike="noStrike" noProof="0" dirty="0">
                        <a:solidFill>
                          <a:srgbClr val="000000"/>
                        </a:solidFill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b="0" i="0" u="none" strike="noStrike" noProof="0" dirty="0">
                          <a:latin typeface="The Hand Black Mate" panose="02010606010101020104" pitchFamily="2" charset="0"/>
                        </a:rPr>
                        <a:t>0.05744 </a:t>
                      </a:r>
                      <a:endParaRPr lang="en-US" sz="28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53489"/>
                  </a:ext>
                </a:extLst>
              </a:tr>
              <a:tr h="48564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b="0" i="0" u="none" strike="noStrike" noProof="0" dirty="0" err="1">
                          <a:latin typeface="The Hand Black Mate" panose="02010606010101020104" pitchFamily="2" charset="0"/>
                        </a:rPr>
                        <a:t>Modificare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b="0" i="0" u="none" strike="noStrike" noProof="0" dirty="0">
                          <a:latin typeface="The Hand Black Mate" panose="02010606010101020104" pitchFamily="2" charset="0"/>
                        </a:rPr>
                        <a:t>108 * 10</a:t>
                      </a:r>
                      <a:r>
                        <a:rPr lang="en-US" sz="3200" b="0" i="0" u="none" strike="noStrike" baseline="40000" noProof="0" dirty="0">
                          <a:latin typeface="The Hand Black Mate" panose="02010606010101020104" pitchFamily="2" charset="0"/>
                        </a:rPr>
                        <a:t>3</a:t>
                      </a:r>
                      <a:endParaRPr lang="en-US" sz="2800" baseline="40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b="0" i="0" u="none" strike="noStrike" noProof="0" dirty="0">
                          <a:latin typeface="The Hand Black Mate" panose="02010606010101020104" pitchFamily="2" charset="0"/>
                        </a:rPr>
                        <a:t>0.00216</a:t>
                      </a:r>
                      <a:endParaRPr lang="en-US" sz="28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1404444"/>
                  </a:ext>
                </a:extLst>
              </a:tr>
              <a:tr h="48564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The Hand Black Mate" panose="02010606010101020104" pitchFamily="2" charset="0"/>
                        </a:rPr>
                        <a:t>Citire</a:t>
                      </a:r>
                      <a:endParaRPr lang="en-US" sz="28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he Hand Black Mate" panose="02010606010101020104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dirty="0">
                          <a:latin typeface="The Hand Black Mate" panose="02010606010101020104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074197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2B5C7C3-EEAA-BCDE-2D44-B5BEA3E55AF7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o-RO" sz="2000" dirty="0"/>
              <a:t>9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25634E24-599A-DF64-6D4B-ED204B50B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205" y="496431"/>
            <a:ext cx="4714954" cy="1472395"/>
          </a:xfrm>
        </p:spPr>
        <p:txBody>
          <a:bodyPr>
            <a:noAutofit/>
          </a:bodyPr>
          <a:lstStyle/>
          <a:p>
            <a:pPr algn="ctr"/>
            <a:r>
              <a:rPr lang="ro-RO" sz="4600" dirty="0">
                <a:latin typeface="The Serif Hand Black Mate" panose="03070902030502020204" pitchFamily="66" charset="0"/>
              </a:rPr>
              <a:t>nivel</a:t>
            </a:r>
            <a:r>
              <a:rPr lang="en-US" sz="4600" dirty="0">
                <a:latin typeface="The Serif Hand Black Mate" panose="03070902030502020204" pitchFamily="66" charset="0"/>
              </a:rPr>
              <a:t> </a:t>
            </a:r>
            <a:r>
              <a:rPr lang="ro-RO" sz="4600" dirty="0">
                <a:latin typeface="The Serif Hand Black Mate" panose="03070902030502020204" pitchFamily="66" charset="0"/>
              </a:rPr>
              <a:t>DE</a:t>
            </a:r>
            <a:r>
              <a:rPr lang="en-US" sz="4600" dirty="0">
                <a:latin typeface="The Serif Hand Black Mate" panose="03070902030502020204" pitchFamily="66" charset="0"/>
              </a:rPr>
              <a:t> D</a:t>
            </a:r>
            <a:r>
              <a:rPr lang="ro-RO" sz="4600" dirty="0">
                <a:latin typeface="The Serif Hand Black Mate" panose="03070902030502020204" pitchFamily="66" charset="0"/>
              </a:rPr>
              <a:t>ATE</a:t>
            </a:r>
            <a:br>
              <a:rPr lang="en-US" sz="4600" dirty="0">
                <a:latin typeface="The Serif Hand Black Mate" panose="03070902030502020204" pitchFamily="66" charset="0"/>
              </a:rPr>
            </a:br>
            <a:r>
              <a:rPr lang="en-US" sz="4600" dirty="0">
                <a:latin typeface="The Serif Hand Black Mate" panose="03070902030502020204" pitchFamily="66" charset="0"/>
              </a:rPr>
              <a:t>S</a:t>
            </a:r>
            <a:r>
              <a:rPr lang="ro-RO" sz="4600" dirty="0">
                <a:latin typeface="The Serif Hand Black Mate" panose="03070902030502020204" pitchFamily="66" charset="0"/>
              </a:rPr>
              <a:t>MART CONTRACT</a:t>
            </a:r>
            <a:endParaRPr lang="en-US" sz="4600" dirty="0">
              <a:latin typeface="The Serif Hand Black Mate" panose="030709020305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534EBB-91D9-7712-BEE8-9D69FCAEC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440164" y="2225911"/>
            <a:ext cx="4627218" cy="36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213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7EDBB77-0E30-4710-8BE3-5ED4FE4F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" y="352298"/>
            <a:ext cx="4714954" cy="1568178"/>
          </a:xfrm>
        </p:spPr>
        <p:txBody>
          <a:bodyPr>
            <a:normAutofit/>
          </a:bodyPr>
          <a:lstStyle/>
          <a:p>
            <a:pPr algn="ctr"/>
            <a:r>
              <a:rPr lang="en-US" sz="4600" dirty="0" err="1">
                <a:latin typeface="The Serif Hand Black Mate" panose="03070902030502020204" pitchFamily="66" charset="0"/>
              </a:rPr>
              <a:t>Clasific</a:t>
            </a:r>
            <a:r>
              <a:rPr lang="ro-RO" sz="4600" dirty="0">
                <a:latin typeface="The Serif Hand Black Mate" panose="03070902030502020204" pitchFamily="66" charset="0"/>
              </a:rPr>
              <a:t>Ă</a:t>
            </a:r>
            <a:r>
              <a:rPr lang="en-US" sz="4600" dirty="0" err="1">
                <a:latin typeface="The Serif Hand Black Mate" panose="03070902030502020204" pitchFamily="66" charset="0"/>
              </a:rPr>
              <a:t>ri</a:t>
            </a:r>
            <a:r>
              <a:rPr lang="en-US" sz="4600" dirty="0">
                <a:latin typeface="The Serif Hand Black Mate" panose="03070902030502020204" pitchFamily="66" charset="0"/>
              </a:rPr>
              <a:t> </a:t>
            </a:r>
            <a:br>
              <a:rPr lang="ro-RO" sz="4600" dirty="0">
                <a:latin typeface="The Serif Hand Black Mate" panose="03070902030502020204" pitchFamily="66" charset="0"/>
              </a:rPr>
            </a:br>
            <a:r>
              <a:rPr lang="en-US" sz="4600" dirty="0" err="1">
                <a:latin typeface="The Serif Hand Black Mate" panose="03070902030502020204" pitchFamily="66" charset="0"/>
              </a:rPr>
              <a:t>mULTI</a:t>
            </a:r>
            <a:r>
              <a:rPr lang="en-US" sz="4600" dirty="0">
                <a:latin typeface="The Serif Hand Black Mate" panose="03070902030502020204" pitchFamily="66" charset="0"/>
              </a:rPr>
              <a:t>-ETICHET</a:t>
            </a:r>
            <a:r>
              <a:rPr lang="ro-RO" sz="4600" dirty="0">
                <a:latin typeface="The Serif Hand Black Mate" panose="03070902030502020204" pitchFamily="66" charset="0"/>
              </a:rPr>
              <a:t>Ă</a:t>
            </a:r>
            <a:endParaRPr lang="en-US" sz="4600" dirty="0">
              <a:latin typeface="The Serif Hand Black Mate" panose="03070902030502020204" pitchFamily="66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D18DDC-FEBC-DDED-12B3-7C6AD2F5A403}"/>
              </a:ext>
            </a:extLst>
          </p:cNvPr>
          <p:cNvSpPr txBox="1"/>
          <p:nvPr/>
        </p:nvSpPr>
        <p:spPr>
          <a:xfrm>
            <a:off x="311772" y="2710532"/>
            <a:ext cx="4714953" cy="30110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2800" dirty="0" err="1">
                <a:latin typeface="The Hand Black Mate" panose="02010606010101020104" pitchFamily="2" charset="0"/>
              </a:rPr>
              <a:t>Defini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 err="1">
                <a:latin typeface="The Hand Black Mate" panose="02010606010101020104" pitchFamily="2" charset="0"/>
              </a:rPr>
              <a:t>ie</a:t>
            </a:r>
            <a:r>
              <a:rPr lang="en-US" sz="2800" dirty="0">
                <a:latin typeface="The Hand Black Mate" panose="02010606010101020104" pitchFamily="2" charset="0"/>
              </a:rPr>
              <a:t>: </a:t>
            </a:r>
            <a:r>
              <a:rPr lang="ro-RO" sz="2800" dirty="0">
                <a:latin typeface="The Hand Black Mate" panose="02010606010101020104" pitchFamily="2" charset="0"/>
              </a:rPr>
              <a:t>o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ro-RO" sz="2800" dirty="0">
                <a:latin typeface="The Hand Black Mate" panose="02010606010101020104" pitchFamily="2" charset="0"/>
              </a:rPr>
              <a:t>instanță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poate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avea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mai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multe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caracteristici</a:t>
            </a:r>
            <a:endParaRPr lang="en-US" sz="2800" dirty="0">
              <a:latin typeface="The Hand Black Mate" panose="02010606010101020104" pitchFamily="2" charset="0"/>
            </a:endParaRP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</a:rPr>
              <a:t>Model de </a:t>
            </a:r>
            <a:r>
              <a:rPr lang="en-US" sz="2800" dirty="0" err="1">
                <a:latin typeface="The Hand Black Mate" panose="02010606010101020104" pitchFamily="2" charset="0"/>
              </a:rPr>
              <a:t>antrenare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pentru</a:t>
            </a:r>
            <a:r>
              <a:rPr lang="en-US" sz="2800" dirty="0">
                <a:latin typeface="The Hand Black Mate" panose="02010606010101020104" pitchFamily="2" charset="0"/>
              </a:rPr>
              <a:t> 3 re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 err="1">
                <a:latin typeface="The Hand Black Mate" panose="02010606010101020104" pitchFamily="2" charset="0"/>
              </a:rPr>
              <a:t>ele</a:t>
            </a:r>
            <a:r>
              <a:rPr lang="ro-RO" sz="2800" dirty="0">
                <a:latin typeface="The Hand Black Mate" panose="02010606010101020104" pitchFamily="2" charset="0"/>
              </a:rPr>
              <a:t> neuronale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ro-RO" sz="2800" dirty="0">
                <a:latin typeface="The Hand Black Mate" panose="02010606010101020104" pitchFamily="2" charset="0"/>
              </a:rPr>
              <a:t>Utilizare î</a:t>
            </a:r>
            <a:r>
              <a:rPr lang="en-US" sz="2800" dirty="0">
                <a:latin typeface="The Hand Black Mate" panose="02010606010101020104" pitchFamily="2" charset="0"/>
              </a:rPr>
              <a:t>n </a:t>
            </a:r>
            <a:r>
              <a:rPr lang="en-US" sz="2800" dirty="0" err="1">
                <a:latin typeface="The Hand Black Mate" panose="02010606010101020104" pitchFamily="2" charset="0"/>
              </a:rPr>
              <a:t>momentul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prelu</a:t>
            </a:r>
            <a:r>
              <a:rPr lang="ro-RO" sz="2800" dirty="0">
                <a:latin typeface="The Hand Black Mate" panose="02010606010101020104" pitchFamily="2" charset="0"/>
              </a:rPr>
              <a:t>ă</a:t>
            </a:r>
            <a:r>
              <a:rPr lang="en-US" sz="2800" dirty="0" err="1">
                <a:latin typeface="The Hand Black Mate" panose="02010606010101020104" pitchFamily="2" charset="0"/>
              </a:rPr>
              <a:t>rii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informa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 err="1">
                <a:latin typeface="The Hand Black Mate" panose="02010606010101020104" pitchFamily="2" charset="0"/>
              </a:rPr>
              <a:t>iei</a:t>
            </a:r>
            <a:endParaRPr lang="en-US" sz="2800" dirty="0">
              <a:latin typeface="The Hand Black Mate" panose="02010606010101020104" pitchFamily="2" charset="0"/>
            </a:endParaRP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</a:rPr>
              <a:t>Date generate dup</a:t>
            </a:r>
            <a:r>
              <a:rPr lang="ro-RO" sz="2800" dirty="0">
                <a:latin typeface="The Hand Black Mate" panose="02010606010101020104" pitchFamily="2" charset="0"/>
              </a:rPr>
              <a:t>ă</a:t>
            </a:r>
            <a:r>
              <a:rPr lang="en-US" sz="2800" dirty="0">
                <a:latin typeface="The Hand Black Mate" panose="02010606010101020104" pitchFamily="2" charset="0"/>
              </a:rPr>
              <a:t> reguli </a:t>
            </a:r>
            <a:r>
              <a:rPr lang="en-US" sz="2800" dirty="0" err="1">
                <a:latin typeface="The Hand Black Mate" panose="02010606010101020104" pitchFamily="2" charset="0"/>
              </a:rPr>
              <a:t>i</a:t>
            </a:r>
            <a:r>
              <a:rPr lang="ro-RO" sz="2800" dirty="0">
                <a:latin typeface="The Hand Black Mate" panose="02010606010101020104" pitchFamily="2" charset="0"/>
              </a:rPr>
              <a:t>m</a:t>
            </a:r>
            <a:r>
              <a:rPr lang="en-US" sz="2800" dirty="0" err="1">
                <a:latin typeface="The Hand Black Mate" panose="02010606010101020104" pitchFamily="2" charset="0"/>
              </a:rPr>
              <a:t>puse</a:t>
            </a:r>
            <a:endParaRPr lang="en-US" sz="2800" dirty="0">
              <a:latin typeface="The Hand Black Mate" panose="02010606010101020104" pitchFamily="2" charset="0"/>
            </a:endParaRP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endParaRPr lang="en-US" sz="2800" dirty="0">
              <a:latin typeface="The Hand Black Mate" panose="02010606010101020104" pitchFamily="2" charset="0"/>
            </a:endParaRPr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7BDFA42B-5270-58BE-AA5D-CE93FC8B59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4023283"/>
              </p:ext>
            </p:extLst>
          </p:nvPr>
        </p:nvGraphicFramePr>
        <p:xfrm>
          <a:off x="5303486" y="251419"/>
          <a:ext cx="6794485" cy="6509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E28189F-2E55-9406-98E1-C49021476ECA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o-RO" sz="2000" dirty="0"/>
              <a:t>10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D54101-B646-EA93-5F4A-B9708544C9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V="1">
            <a:off x="440164" y="2225911"/>
            <a:ext cx="4627218" cy="36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02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FD5A88-9811-2CF9-6FE3-DC923E5710AC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</a:t>
            </a:r>
            <a:r>
              <a:rPr lang="ro-RO" sz="2000" dirty="0"/>
              <a:t>1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34448F64-9992-DF05-31AB-532105935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" y="352298"/>
            <a:ext cx="4714954" cy="1568178"/>
          </a:xfrm>
        </p:spPr>
        <p:txBody>
          <a:bodyPr>
            <a:normAutofit/>
          </a:bodyPr>
          <a:lstStyle/>
          <a:p>
            <a:pPr algn="ctr"/>
            <a:r>
              <a:rPr lang="en-US" sz="4600" dirty="0" err="1">
                <a:latin typeface="The Serif Hand Black Mate" panose="03070902030502020204" pitchFamily="66" charset="0"/>
              </a:rPr>
              <a:t>Clasific</a:t>
            </a:r>
            <a:r>
              <a:rPr lang="ro-RO" sz="4600" dirty="0">
                <a:latin typeface="The Serif Hand Black Mate" panose="03070902030502020204" pitchFamily="66" charset="0"/>
              </a:rPr>
              <a:t>Ă</a:t>
            </a:r>
            <a:r>
              <a:rPr lang="en-US" sz="4600" dirty="0" err="1">
                <a:latin typeface="The Serif Hand Black Mate" panose="03070902030502020204" pitchFamily="66" charset="0"/>
              </a:rPr>
              <a:t>ri</a:t>
            </a:r>
            <a:r>
              <a:rPr lang="en-US" sz="4600" dirty="0">
                <a:latin typeface="The Serif Hand Black Mate" panose="03070902030502020204" pitchFamily="66" charset="0"/>
              </a:rPr>
              <a:t> </a:t>
            </a:r>
            <a:br>
              <a:rPr lang="ro-RO" sz="4600" dirty="0">
                <a:latin typeface="The Serif Hand Black Mate" panose="03070902030502020204" pitchFamily="66" charset="0"/>
              </a:rPr>
            </a:br>
            <a:r>
              <a:rPr lang="en-US" sz="4600" dirty="0" err="1">
                <a:latin typeface="The Serif Hand Black Mate" panose="03070902030502020204" pitchFamily="66" charset="0"/>
              </a:rPr>
              <a:t>mULTI</a:t>
            </a:r>
            <a:r>
              <a:rPr lang="en-US" sz="4600" dirty="0">
                <a:latin typeface="The Serif Hand Black Mate" panose="03070902030502020204" pitchFamily="66" charset="0"/>
              </a:rPr>
              <a:t>-ETICHET</a:t>
            </a:r>
            <a:r>
              <a:rPr lang="ro-RO" sz="4600" dirty="0">
                <a:latin typeface="The Serif Hand Black Mate" panose="03070902030502020204" pitchFamily="66" charset="0"/>
              </a:rPr>
              <a:t>Ă</a:t>
            </a:r>
            <a:endParaRPr lang="en-US" sz="4600" dirty="0">
              <a:latin typeface="The Serif Hand Black Mate" panose="03070902030502020204" pitchFamily="66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5FBABD-F2C8-4EC4-034B-E7B645172269}"/>
              </a:ext>
            </a:extLst>
          </p:cNvPr>
          <p:cNvSpPr txBox="1"/>
          <p:nvPr/>
        </p:nvSpPr>
        <p:spPr>
          <a:xfrm>
            <a:off x="504812" y="2622934"/>
            <a:ext cx="4432948" cy="23237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200"/>
              </a:spcBef>
            </a:pPr>
            <a:r>
              <a:rPr lang="en-US" sz="2800" dirty="0">
                <a:latin typeface="The Hand Black Mate" panose="02010606010101020104" pitchFamily="2" charset="0"/>
              </a:rPr>
              <a:t>Prima re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 err="1">
                <a:latin typeface="The Hand Black Mate" panose="02010606010101020104" pitchFamily="2" charset="0"/>
              </a:rPr>
              <a:t>ea</a:t>
            </a:r>
            <a:r>
              <a:rPr lang="en-US" sz="2800" dirty="0">
                <a:latin typeface="The Hand Black Mate" panose="02010606010101020104" pitchFamily="2" charset="0"/>
              </a:rPr>
              <a:t>:</a:t>
            </a: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</a:rPr>
              <a:t>Ani &amp; </a:t>
            </a:r>
            <a:r>
              <a:rPr lang="en-US" sz="2800" dirty="0" err="1">
                <a:latin typeface="The Hand Black Mate" panose="02010606010101020104" pitchFamily="2" charset="0"/>
              </a:rPr>
              <a:t>kilometri</a:t>
            </a:r>
            <a:endParaRPr lang="en-US" sz="2800" dirty="0">
              <a:latin typeface="The Hand Black Mate" panose="02010606010101020104" pitchFamily="2" charset="0"/>
            </a:endParaRP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</a:rPr>
              <a:t>2 </a:t>
            </a:r>
            <a:r>
              <a:rPr lang="en-US" sz="2800" dirty="0" err="1">
                <a:latin typeface="The Hand Black Mate" panose="02010606010101020104" pitchFamily="2" charset="0"/>
              </a:rPr>
              <a:t>straturi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ascun</a:t>
            </a:r>
            <a:r>
              <a:rPr lang="ro-RO" sz="2800" dirty="0">
                <a:latin typeface="The Hand Black Mate" panose="02010606010101020104" pitchFamily="2" charset="0"/>
              </a:rPr>
              <a:t>s</a:t>
            </a:r>
            <a:r>
              <a:rPr lang="en-US" sz="2800" dirty="0">
                <a:latin typeface="The Hand Black Mate" panose="02010606010101020104" pitchFamily="2" charset="0"/>
              </a:rPr>
              <a:t>e a c</a:t>
            </a:r>
            <a:r>
              <a:rPr lang="ro-RO" sz="2800" dirty="0">
                <a:latin typeface="The Hand Black Mate" panose="02010606010101020104" pitchFamily="2" charset="0"/>
              </a:rPr>
              <a:t>â</a:t>
            </a:r>
            <a:r>
              <a:rPr lang="en-US" sz="2800" dirty="0" err="1">
                <a:latin typeface="The Hand Black Mate" panose="02010606010101020104" pitchFamily="2" charset="0"/>
              </a:rPr>
              <a:t>te</a:t>
            </a:r>
            <a:r>
              <a:rPr lang="en-US" sz="2800" dirty="0">
                <a:latin typeface="The Hand Black Mate" panose="02010606010101020104" pitchFamily="2" charset="0"/>
              </a:rPr>
              <a:t> 16 </a:t>
            </a:r>
            <a:r>
              <a:rPr lang="en-US" sz="2800" dirty="0" err="1">
                <a:latin typeface="The Hand Black Mate" panose="02010606010101020104" pitchFamily="2" charset="0"/>
              </a:rPr>
              <a:t>neuroni</a:t>
            </a:r>
            <a:r>
              <a:rPr lang="en-US" sz="2800" dirty="0">
                <a:latin typeface="The Hand Black Mate" panose="02010606010101020104" pitchFamily="2" charset="0"/>
              </a:rPr>
              <a:t>, </a:t>
            </a:r>
            <a:r>
              <a:rPr lang="en-US" sz="2800" dirty="0" err="1">
                <a:latin typeface="The Hand Black Mate" panose="02010606010101020104" pitchFamily="2" charset="0"/>
              </a:rPr>
              <a:t>normalizare</a:t>
            </a:r>
            <a:r>
              <a:rPr lang="en-US" sz="2800" dirty="0">
                <a:latin typeface="The Hand Black Mate" panose="02010606010101020104" pitchFamily="2" charset="0"/>
              </a:rPr>
              <a:t> Batch</a:t>
            </a: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2800" dirty="0" err="1">
                <a:latin typeface="The Hand Black Mate" panose="02010606010101020104" pitchFamily="2" charset="0"/>
              </a:rPr>
              <a:t>Clasa</a:t>
            </a:r>
            <a:r>
              <a:rPr lang="en-US" sz="2800" dirty="0">
                <a:latin typeface="The Hand Black Mate" panose="02010606010101020104" pitchFamily="2" charset="0"/>
              </a:rPr>
              <a:t>: </a:t>
            </a:r>
            <a:r>
              <a:rPr lang="ro-RO" sz="2800" dirty="0" err="1">
                <a:latin typeface="The Hand Black Mate" panose="02010606010101020104" pitchFamily="2" charset="0"/>
              </a:rPr>
              <a:t>neî</a:t>
            </a:r>
            <a:r>
              <a:rPr lang="en-US" sz="2800" dirty="0" err="1">
                <a:latin typeface="The Hand Black Mate" panose="02010606010101020104" pitchFamily="2" charset="0"/>
              </a:rPr>
              <a:t>ncadrarea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ro-RO" sz="2800" dirty="0">
                <a:latin typeface="The Hand Black Mate" panose="02010606010101020104" pitchFamily="2" charset="0"/>
              </a:rPr>
              <a:t>î</a:t>
            </a:r>
            <a:r>
              <a:rPr lang="en-US" sz="2800" dirty="0">
                <a:latin typeface="The Hand Black Mate" panose="02010606010101020104" pitchFamily="2" charset="0"/>
              </a:rPr>
              <a:t>n </a:t>
            </a:r>
            <a:r>
              <a:rPr lang="en-US" sz="2800" dirty="0" err="1">
                <a:latin typeface="The Hand Black Mate" panose="02010606010101020104" pitchFamily="2" charset="0"/>
              </a:rPr>
              <a:t>limitele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statistice</a:t>
            </a:r>
            <a:endParaRPr lang="en-US" sz="2800" dirty="0">
              <a:latin typeface="The Hand Black Mate" panose="020106060101010201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8ABD6D-25A0-88D4-6888-254C7D126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440164" y="2225911"/>
            <a:ext cx="4627218" cy="36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353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4805409D-F948-D63F-CABD-F46B14D25A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0337099"/>
              </p:ext>
            </p:extLst>
          </p:nvPr>
        </p:nvGraphicFramePr>
        <p:xfrm>
          <a:off x="5348986" y="2622934"/>
          <a:ext cx="6253736" cy="2626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434">
                  <a:extLst>
                    <a:ext uri="{9D8B030D-6E8A-4147-A177-3AD203B41FA5}">
                      <a16:colId xmlns:a16="http://schemas.microsoft.com/office/drawing/2014/main" val="4236101987"/>
                    </a:ext>
                  </a:extLst>
                </a:gridCol>
                <a:gridCol w="1563434">
                  <a:extLst>
                    <a:ext uri="{9D8B030D-6E8A-4147-A177-3AD203B41FA5}">
                      <a16:colId xmlns:a16="http://schemas.microsoft.com/office/drawing/2014/main" val="3759119048"/>
                    </a:ext>
                  </a:extLst>
                </a:gridCol>
                <a:gridCol w="1563434">
                  <a:extLst>
                    <a:ext uri="{9D8B030D-6E8A-4147-A177-3AD203B41FA5}">
                      <a16:colId xmlns:a16="http://schemas.microsoft.com/office/drawing/2014/main" val="1493095617"/>
                    </a:ext>
                  </a:extLst>
                </a:gridCol>
                <a:gridCol w="1563434">
                  <a:extLst>
                    <a:ext uri="{9D8B030D-6E8A-4147-A177-3AD203B41FA5}">
                      <a16:colId xmlns:a16="http://schemas.microsoft.com/office/drawing/2014/main" val="4039141651"/>
                    </a:ext>
                  </a:extLst>
                </a:gridCol>
              </a:tblGrid>
              <a:tr h="52023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he Hand Black Mate" panose="02010606010101020104" pitchFamily="2" charset="0"/>
                        </a:rPr>
                        <a:t>An </a:t>
                      </a: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fabrica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ț</a:t>
                      </a: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ie</a:t>
                      </a:r>
                      <a:endParaRPr lang="en-US" sz="24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Kilometri</a:t>
                      </a:r>
                      <a:endParaRPr lang="en-US" sz="24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Clas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a</a:t>
                      </a:r>
                      <a:endParaRPr lang="en-US" sz="24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Predic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ț</a:t>
                      </a: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ie</a:t>
                      </a:r>
                      <a:endParaRPr lang="en-US" sz="24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68758"/>
                  </a:ext>
                </a:extLst>
              </a:tr>
              <a:tr h="45086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2011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latin typeface="The Hand Black Mate" panose="02010606010101020104" pitchFamily="2" charset="0"/>
                        </a:rPr>
                        <a:t>15000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0.99996 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53489"/>
                  </a:ext>
                </a:extLst>
              </a:tr>
              <a:tr h="45086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2015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128000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0.42677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1404444"/>
                  </a:ext>
                </a:extLst>
              </a:tr>
              <a:tr h="45086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2020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80000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0.63310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0741979"/>
                  </a:ext>
                </a:extLst>
              </a:tr>
              <a:tr h="45086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2000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312000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0.11798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576271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9FD5A88-9811-2CF9-6FE3-DC923E5710AC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</a:t>
            </a:r>
            <a:r>
              <a:rPr lang="ro-RO" sz="2000" dirty="0"/>
              <a:t>2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27397975-5C35-C63F-3452-BAE675907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" y="352298"/>
            <a:ext cx="4714954" cy="1568178"/>
          </a:xfrm>
        </p:spPr>
        <p:txBody>
          <a:bodyPr>
            <a:normAutofit/>
          </a:bodyPr>
          <a:lstStyle/>
          <a:p>
            <a:pPr algn="ctr"/>
            <a:r>
              <a:rPr lang="en-US" sz="4600" dirty="0" err="1">
                <a:latin typeface="The Serif Hand Black Mate" panose="03070902030502020204" pitchFamily="66" charset="0"/>
              </a:rPr>
              <a:t>Clasific</a:t>
            </a:r>
            <a:r>
              <a:rPr lang="ro-RO" sz="4600" dirty="0">
                <a:latin typeface="The Serif Hand Black Mate" panose="03070902030502020204" pitchFamily="66" charset="0"/>
              </a:rPr>
              <a:t>Ă</a:t>
            </a:r>
            <a:r>
              <a:rPr lang="en-US" sz="4600" dirty="0" err="1">
                <a:latin typeface="The Serif Hand Black Mate" panose="03070902030502020204" pitchFamily="66" charset="0"/>
              </a:rPr>
              <a:t>ri</a:t>
            </a:r>
            <a:r>
              <a:rPr lang="en-US" sz="4600" dirty="0">
                <a:latin typeface="The Serif Hand Black Mate" panose="03070902030502020204" pitchFamily="66" charset="0"/>
              </a:rPr>
              <a:t> </a:t>
            </a:r>
            <a:br>
              <a:rPr lang="ro-RO" sz="4600" dirty="0">
                <a:latin typeface="The Serif Hand Black Mate" panose="03070902030502020204" pitchFamily="66" charset="0"/>
              </a:rPr>
            </a:br>
            <a:r>
              <a:rPr lang="en-US" sz="4600" dirty="0" err="1">
                <a:latin typeface="The Serif Hand Black Mate" panose="03070902030502020204" pitchFamily="66" charset="0"/>
              </a:rPr>
              <a:t>mULTI</a:t>
            </a:r>
            <a:r>
              <a:rPr lang="en-US" sz="4600" dirty="0">
                <a:latin typeface="The Serif Hand Black Mate" panose="03070902030502020204" pitchFamily="66" charset="0"/>
              </a:rPr>
              <a:t>-ETICHET</a:t>
            </a:r>
            <a:r>
              <a:rPr lang="ro-RO" sz="4600" dirty="0">
                <a:latin typeface="The Serif Hand Black Mate" panose="03070902030502020204" pitchFamily="66" charset="0"/>
              </a:rPr>
              <a:t>Ă</a:t>
            </a:r>
            <a:endParaRPr lang="en-US" sz="4600" dirty="0">
              <a:latin typeface="The Serif Hand Black Mate" panose="03070902030502020204" pitchFamily="66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274E8F-E263-F969-2BFA-D4D6710201CC}"/>
              </a:ext>
            </a:extLst>
          </p:cNvPr>
          <p:cNvSpPr txBox="1"/>
          <p:nvPr/>
        </p:nvSpPr>
        <p:spPr>
          <a:xfrm>
            <a:off x="504812" y="2622934"/>
            <a:ext cx="4432948" cy="23237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200"/>
              </a:spcBef>
            </a:pPr>
            <a:r>
              <a:rPr lang="en-US" sz="2800" dirty="0">
                <a:latin typeface="The Hand Black Mate" panose="02010606010101020104" pitchFamily="2" charset="0"/>
              </a:rPr>
              <a:t>Prima re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 err="1">
                <a:latin typeface="The Hand Black Mate" panose="02010606010101020104" pitchFamily="2" charset="0"/>
              </a:rPr>
              <a:t>ea</a:t>
            </a:r>
            <a:r>
              <a:rPr lang="en-US" sz="2800" dirty="0">
                <a:latin typeface="The Hand Black Mate" panose="02010606010101020104" pitchFamily="2" charset="0"/>
              </a:rPr>
              <a:t>:</a:t>
            </a: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</a:rPr>
              <a:t>Ani &amp; </a:t>
            </a:r>
            <a:r>
              <a:rPr lang="en-US" sz="2800" dirty="0" err="1">
                <a:latin typeface="The Hand Black Mate" panose="02010606010101020104" pitchFamily="2" charset="0"/>
              </a:rPr>
              <a:t>kilometri</a:t>
            </a:r>
            <a:endParaRPr lang="en-US" sz="2800" dirty="0">
              <a:latin typeface="The Hand Black Mate" panose="02010606010101020104" pitchFamily="2" charset="0"/>
            </a:endParaRP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2800" dirty="0">
                <a:latin typeface="The Hand Black Mate" panose="02010606010101020104" pitchFamily="2" charset="0"/>
              </a:rPr>
              <a:t>2 </a:t>
            </a:r>
            <a:r>
              <a:rPr lang="en-US" sz="2800" dirty="0" err="1">
                <a:latin typeface="The Hand Black Mate" panose="02010606010101020104" pitchFamily="2" charset="0"/>
              </a:rPr>
              <a:t>straturi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ascun</a:t>
            </a:r>
            <a:r>
              <a:rPr lang="ro-RO" sz="2800" dirty="0">
                <a:latin typeface="The Hand Black Mate" panose="02010606010101020104" pitchFamily="2" charset="0"/>
              </a:rPr>
              <a:t>s</a:t>
            </a:r>
            <a:r>
              <a:rPr lang="en-US" sz="2800" dirty="0">
                <a:latin typeface="The Hand Black Mate" panose="02010606010101020104" pitchFamily="2" charset="0"/>
              </a:rPr>
              <a:t>e a c</a:t>
            </a:r>
            <a:r>
              <a:rPr lang="ro-RO" sz="2800" dirty="0">
                <a:latin typeface="The Hand Black Mate" panose="02010606010101020104" pitchFamily="2" charset="0"/>
              </a:rPr>
              <a:t>â</a:t>
            </a:r>
            <a:r>
              <a:rPr lang="en-US" sz="2800" dirty="0" err="1">
                <a:latin typeface="The Hand Black Mate" panose="02010606010101020104" pitchFamily="2" charset="0"/>
              </a:rPr>
              <a:t>te</a:t>
            </a:r>
            <a:r>
              <a:rPr lang="en-US" sz="2800" dirty="0">
                <a:latin typeface="The Hand Black Mate" panose="02010606010101020104" pitchFamily="2" charset="0"/>
              </a:rPr>
              <a:t> 16 </a:t>
            </a:r>
            <a:r>
              <a:rPr lang="en-US" sz="2800" dirty="0" err="1">
                <a:latin typeface="The Hand Black Mate" panose="02010606010101020104" pitchFamily="2" charset="0"/>
              </a:rPr>
              <a:t>neuroni</a:t>
            </a:r>
            <a:r>
              <a:rPr lang="en-US" sz="2800" dirty="0">
                <a:latin typeface="The Hand Black Mate" panose="02010606010101020104" pitchFamily="2" charset="0"/>
              </a:rPr>
              <a:t>, </a:t>
            </a:r>
            <a:r>
              <a:rPr lang="en-US" sz="2800" dirty="0" err="1">
                <a:latin typeface="The Hand Black Mate" panose="02010606010101020104" pitchFamily="2" charset="0"/>
              </a:rPr>
              <a:t>normalizare</a:t>
            </a:r>
            <a:r>
              <a:rPr lang="en-US" sz="2800" dirty="0">
                <a:latin typeface="The Hand Black Mate" panose="02010606010101020104" pitchFamily="2" charset="0"/>
              </a:rPr>
              <a:t> Batch</a:t>
            </a: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2800" dirty="0" err="1">
                <a:latin typeface="The Hand Black Mate" panose="02010606010101020104" pitchFamily="2" charset="0"/>
              </a:rPr>
              <a:t>Clasa</a:t>
            </a:r>
            <a:r>
              <a:rPr lang="en-US" sz="2800" dirty="0">
                <a:latin typeface="The Hand Black Mate" panose="02010606010101020104" pitchFamily="2" charset="0"/>
              </a:rPr>
              <a:t>: </a:t>
            </a:r>
            <a:r>
              <a:rPr lang="ro-RO" sz="2800" dirty="0" err="1">
                <a:latin typeface="The Hand Black Mate" panose="02010606010101020104" pitchFamily="2" charset="0"/>
              </a:rPr>
              <a:t>neî</a:t>
            </a:r>
            <a:r>
              <a:rPr lang="en-US" sz="2800" dirty="0" err="1">
                <a:latin typeface="The Hand Black Mate" panose="02010606010101020104" pitchFamily="2" charset="0"/>
              </a:rPr>
              <a:t>ncadrarea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ro-RO" sz="2800" dirty="0">
                <a:latin typeface="The Hand Black Mate" panose="02010606010101020104" pitchFamily="2" charset="0"/>
              </a:rPr>
              <a:t>î</a:t>
            </a:r>
            <a:r>
              <a:rPr lang="en-US" sz="2800" dirty="0">
                <a:latin typeface="The Hand Black Mate" panose="02010606010101020104" pitchFamily="2" charset="0"/>
              </a:rPr>
              <a:t>n </a:t>
            </a:r>
            <a:r>
              <a:rPr lang="en-US" sz="2800" dirty="0" err="1">
                <a:latin typeface="The Hand Black Mate" panose="02010606010101020104" pitchFamily="2" charset="0"/>
              </a:rPr>
              <a:t>limitele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statistice</a:t>
            </a:r>
            <a:endParaRPr lang="en-US" sz="2800" dirty="0">
              <a:latin typeface="The Hand Black Mate" panose="020106060101010201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CE3557-4D08-B81A-E35E-E4B0D7E30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440164" y="2225911"/>
            <a:ext cx="4627218" cy="36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903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FD5A88-9811-2CF9-6FE3-DC923E5710AC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</a:t>
            </a:r>
            <a:r>
              <a:rPr lang="ro-RO" sz="2000" dirty="0"/>
              <a:t>3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59BE1407-46F2-5246-850B-4F312F265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" y="352298"/>
            <a:ext cx="4714954" cy="1568178"/>
          </a:xfrm>
        </p:spPr>
        <p:txBody>
          <a:bodyPr>
            <a:normAutofit/>
          </a:bodyPr>
          <a:lstStyle/>
          <a:p>
            <a:pPr algn="ctr"/>
            <a:r>
              <a:rPr lang="en-US" sz="4600" dirty="0" err="1">
                <a:latin typeface="The Serif Hand Black Mate" panose="03070902030502020204" pitchFamily="66" charset="0"/>
              </a:rPr>
              <a:t>Clasific</a:t>
            </a:r>
            <a:r>
              <a:rPr lang="ro-RO" sz="4600" dirty="0">
                <a:latin typeface="The Serif Hand Black Mate" panose="03070902030502020204" pitchFamily="66" charset="0"/>
              </a:rPr>
              <a:t>Ă</a:t>
            </a:r>
            <a:r>
              <a:rPr lang="en-US" sz="4600" dirty="0" err="1">
                <a:latin typeface="The Serif Hand Black Mate" panose="03070902030502020204" pitchFamily="66" charset="0"/>
              </a:rPr>
              <a:t>ri</a:t>
            </a:r>
            <a:r>
              <a:rPr lang="en-US" sz="4600" dirty="0">
                <a:latin typeface="The Serif Hand Black Mate" panose="03070902030502020204" pitchFamily="66" charset="0"/>
              </a:rPr>
              <a:t> </a:t>
            </a:r>
            <a:br>
              <a:rPr lang="ro-RO" sz="4600" dirty="0">
                <a:latin typeface="The Serif Hand Black Mate" panose="03070902030502020204" pitchFamily="66" charset="0"/>
              </a:rPr>
            </a:br>
            <a:r>
              <a:rPr lang="en-US" sz="4600" dirty="0" err="1">
                <a:latin typeface="The Serif Hand Black Mate" panose="03070902030502020204" pitchFamily="66" charset="0"/>
              </a:rPr>
              <a:t>mULTI</a:t>
            </a:r>
            <a:r>
              <a:rPr lang="en-US" sz="4600" dirty="0">
                <a:latin typeface="The Serif Hand Black Mate" panose="03070902030502020204" pitchFamily="66" charset="0"/>
              </a:rPr>
              <a:t>-ETICHET</a:t>
            </a:r>
            <a:r>
              <a:rPr lang="ro-RO" sz="4600" dirty="0">
                <a:latin typeface="The Serif Hand Black Mate" panose="03070902030502020204" pitchFamily="66" charset="0"/>
              </a:rPr>
              <a:t>Ă</a:t>
            </a:r>
            <a:endParaRPr lang="en-US" sz="4600" dirty="0">
              <a:latin typeface="The Serif Hand Black Mate" panose="03070902030502020204" pitchFamily="66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415658-67C1-4C4E-6376-7A2A2D8B7A0E}"/>
              </a:ext>
            </a:extLst>
          </p:cNvPr>
          <p:cNvSpPr txBox="1"/>
          <p:nvPr/>
        </p:nvSpPr>
        <p:spPr>
          <a:xfrm>
            <a:off x="504812" y="2622934"/>
            <a:ext cx="4714954" cy="28058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200"/>
              </a:spcBef>
            </a:pPr>
            <a:r>
              <a:rPr lang="ro-RO" sz="2800" dirty="0">
                <a:latin typeface="The Hand Black Mate" panose="02010606010101020104" pitchFamily="2" charset="0"/>
              </a:rPr>
              <a:t>A 2 a</a:t>
            </a:r>
            <a:r>
              <a:rPr lang="en-US" sz="2800" dirty="0">
                <a:latin typeface="The Hand Black Mate" panose="02010606010101020104" pitchFamily="2" charset="0"/>
              </a:rPr>
              <a:t> re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 err="1">
                <a:latin typeface="The Hand Black Mate" panose="02010606010101020104" pitchFamily="2" charset="0"/>
              </a:rPr>
              <a:t>ea</a:t>
            </a:r>
            <a:r>
              <a:rPr lang="en-US" sz="2800" dirty="0">
                <a:latin typeface="The Hand Black Mate" panose="02010606010101020104" pitchFamily="2" charset="0"/>
              </a:rPr>
              <a:t>:</a:t>
            </a: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2800" dirty="0" err="1">
                <a:latin typeface="The Hand Black Mate" panose="02010606010101020104" pitchFamily="2" charset="0"/>
              </a:rPr>
              <a:t>Mentenan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>
                <a:latin typeface="The Hand Black Mate" panose="02010606010101020104" pitchFamily="2" charset="0"/>
              </a:rPr>
              <a:t>e &amp; v</a:t>
            </a:r>
            <a:r>
              <a:rPr lang="ro-RO" sz="2800" dirty="0">
                <a:latin typeface="The Hand Black Mate" panose="02010606010101020104" pitchFamily="2" charset="0"/>
              </a:rPr>
              <a:t>â</a:t>
            </a:r>
            <a:r>
              <a:rPr lang="en-US" sz="2800" dirty="0" err="1">
                <a:latin typeface="The Hand Black Mate" panose="02010606010101020104" pitchFamily="2" charset="0"/>
              </a:rPr>
              <a:t>nz</a:t>
            </a:r>
            <a:r>
              <a:rPr lang="ro-RO" sz="2800" dirty="0">
                <a:latin typeface="The Hand Black Mate" panose="02010606010101020104" pitchFamily="2" charset="0"/>
              </a:rPr>
              <a:t>ă</a:t>
            </a:r>
            <a:r>
              <a:rPr lang="en-US" sz="2800" dirty="0" err="1">
                <a:latin typeface="The Hand Black Mate" panose="02010606010101020104" pitchFamily="2" charset="0"/>
              </a:rPr>
              <a:t>ri</a:t>
            </a:r>
            <a:r>
              <a:rPr lang="en-US" sz="2800" dirty="0">
                <a:latin typeface="The Hand Black Mate" panose="02010606010101020104" pitchFamily="2" charset="0"/>
              </a:rPr>
              <a:t> </a:t>
            </a:r>
            <a:endParaRPr lang="en-US" sz="2800" dirty="0">
              <a:latin typeface="The Hand Black Mate" panose="02010606010101020104" pitchFamily="2" charset="0"/>
              <a:ea typeface="+mn-lt"/>
              <a:cs typeface="+mn-lt"/>
            </a:endParaRP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ro-RO" sz="2800" dirty="0">
                <a:latin typeface="The Hand Black Mate" panose="02010606010101020104" pitchFamily="2" charset="0"/>
              </a:rPr>
              <a:t>Un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strat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ascuns</a:t>
            </a:r>
            <a:r>
              <a:rPr lang="en-US" sz="2800" dirty="0">
                <a:latin typeface="The Hand Black Mate" panose="02010606010101020104" pitchFamily="2" charset="0"/>
              </a:rPr>
              <a:t> cu 16 </a:t>
            </a:r>
            <a:r>
              <a:rPr lang="en-US" sz="2800" dirty="0" err="1">
                <a:latin typeface="The Hand Black Mate" panose="02010606010101020104" pitchFamily="2" charset="0"/>
              </a:rPr>
              <a:t>neuroni</a:t>
            </a:r>
            <a:r>
              <a:rPr lang="en-US" sz="2800" dirty="0">
                <a:latin typeface="The Hand Black Mate" panose="02010606010101020104" pitchFamily="2" charset="0"/>
              </a:rPr>
              <a:t>, </a:t>
            </a:r>
            <a:r>
              <a:rPr lang="en-US" sz="2800" dirty="0" err="1">
                <a:latin typeface="The Hand Black Mate" panose="02010606010101020104" pitchFamily="2" charset="0"/>
              </a:rPr>
              <a:t>normalizare</a:t>
            </a:r>
            <a:r>
              <a:rPr lang="en-US" sz="2800" dirty="0">
                <a:latin typeface="The Hand Black Mate" panose="02010606010101020104" pitchFamily="2" charset="0"/>
              </a:rPr>
              <a:t> Batch</a:t>
            </a:r>
            <a:endParaRPr lang="ro-RO" sz="2800" dirty="0">
              <a:latin typeface="The Hand Black Mate" panose="02010606010101020104" pitchFamily="2" charset="0"/>
            </a:endParaRP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2800" dirty="0" err="1">
                <a:latin typeface="The Hand Black Mate" panose="02010606010101020104" pitchFamily="2" charset="0"/>
              </a:rPr>
              <a:t>Clase</a:t>
            </a:r>
            <a:r>
              <a:rPr lang="en-US" sz="2800" dirty="0">
                <a:latin typeface="The Hand Black Mate" panose="02010606010101020104" pitchFamily="2" charset="0"/>
              </a:rPr>
              <a:t>:</a:t>
            </a:r>
          </a:p>
          <a:p>
            <a:pPr marL="742950" lvl="1" indent="-285750">
              <a:spcBef>
                <a:spcPts val="200"/>
              </a:spcBef>
              <a:buFont typeface="Wingdings"/>
              <a:buChar char="§"/>
            </a:pP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daune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tehnice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ascunse</a:t>
            </a:r>
            <a:endParaRPr lang="en-US" sz="2800" dirty="0">
              <a:latin typeface="The Hand Black Mate" panose="02010606010101020104" pitchFamily="2" charset="0"/>
              <a:ea typeface="+mn-lt"/>
              <a:cs typeface="+mn-lt"/>
            </a:endParaRPr>
          </a:p>
          <a:p>
            <a:pPr marL="742950" lvl="1" indent="-285750">
              <a:spcBef>
                <a:spcPts val="200"/>
              </a:spcBef>
              <a:buFont typeface="Wingdings"/>
              <a:buChar char="§"/>
            </a:pP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probleme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tehnice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viitoare</a:t>
            </a:r>
            <a:endParaRPr lang="ro-RO" sz="2800" dirty="0">
              <a:latin typeface="The Hand Black Mate" panose="02010606010101020104" pitchFamily="2" charset="0"/>
              <a:ea typeface="+mn-lt"/>
              <a:cs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C05128-C82A-3692-EAEB-C337007EB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440164" y="2225911"/>
            <a:ext cx="4627218" cy="36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9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FD5A88-9811-2CF9-6FE3-DC923E5710AC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</a:t>
            </a:r>
            <a:r>
              <a:rPr lang="ro-RO" sz="2000" dirty="0"/>
              <a:t>4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30C81D05-69B0-A1A3-5042-7E0455A875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1802389"/>
              </p:ext>
            </p:extLst>
          </p:nvPr>
        </p:nvGraphicFramePr>
        <p:xfrm>
          <a:off x="5486041" y="2622934"/>
          <a:ext cx="6000011" cy="313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849">
                  <a:extLst>
                    <a:ext uri="{9D8B030D-6E8A-4147-A177-3AD203B41FA5}">
                      <a16:colId xmlns:a16="http://schemas.microsoft.com/office/drawing/2014/main" val="4236101987"/>
                    </a:ext>
                  </a:extLst>
                </a:gridCol>
                <a:gridCol w="1311074">
                  <a:extLst>
                    <a:ext uri="{9D8B030D-6E8A-4147-A177-3AD203B41FA5}">
                      <a16:colId xmlns:a16="http://schemas.microsoft.com/office/drawing/2014/main" val="3759119048"/>
                    </a:ext>
                  </a:extLst>
                </a:gridCol>
                <a:gridCol w="837271">
                  <a:extLst>
                    <a:ext uri="{9D8B030D-6E8A-4147-A177-3AD203B41FA5}">
                      <a16:colId xmlns:a16="http://schemas.microsoft.com/office/drawing/2014/main" val="4039141651"/>
                    </a:ext>
                  </a:extLst>
                </a:gridCol>
                <a:gridCol w="785347">
                  <a:extLst>
                    <a:ext uri="{9D8B030D-6E8A-4147-A177-3AD203B41FA5}">
                      <a16:colId xmlns:a16="http://schemas.microsoft.com/office/drawing/2014/main" val="3244456563"/>
                    </a:ext>
                  </a:extLst>
                </a:gridCol>
                <a:gridCol w="854603">
                  <a:extLst>
                    <a:ext uri="{9D8B030D-6E8A-4147-A177-3AD203B41FA5}">
                      <a16:colId xmlns:a16="http://schemas.microsoft.com/office/drawing/2014/main" val="2966954603"/>
                    </a:ext>
                  </a:extLst>
                </a:gridCol>
                <a:gridCol w="1017867">
                  <a:extLst>
                    <a:ext uri="{9D8B030D-6E8A-4147-A177-3AD203B41FA5}">
                      <a16:colId xmlns:a16="http://schemas.microsoft.com/office/drawing/2014/main" val="403062270"/>
                    </a:ext>
                  </a:extLst>
                </a:gridCol>
              </a:tblGrid>
              <a:tr h="180657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Mentenan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ț</a:t>
                      </a:r>
                      <a:r>
                        <a:rPr lang="en-US" sz="2400" dirty="0">
                          <a:latin typeface="The Hand Black Mate" panose="02010606010101020104" pitchFamily="2" charset="0"/>
                        </a:rPr>
                        <a:t>e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>
                          <a:latin typeface="The Hand Black Mate" panose="02010606010101020104" pitchFamily="2" charset="0"/>
                        </a:rPr>
                        <a:t>V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â</a:t>
                      </a: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nz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ă</a:t>
                      </a: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ri</a:t>
                      </a:r>
                      <a:endParaRPr lang="en-US" sz="24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Clasa</a:t>
                      </a:r>
                      <a:endParaRPr lang="en-US" sz="24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Predic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ț</a:t>
                      </a: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ie</a:t>
                      </a:r>
                      <a:endParaRPr lang="en-US" sz="24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68758"/>
                  </a:ext>
                </a:extLst>
              </a:tr>
              <a:tr h="159403">
                <a:tc v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6787693"/>
                  </a:ext>
                </a:extLst>
              </a:tr>
              <a:tr h="19836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0.369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0.455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53489"/>
                  </a:ext>
                </a:extLst>
              </a:tr>
              <a:tr h="15940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1.9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0.389 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The Hand Black Mate" panose="02010606010101020104" pitchFamily="2" charset="0"/>
                        </a:rPr>
                        <a:t>0.238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1404444"/>
                  </a:ext>
                </a:extLst>
              </a:tr>
              <a:tr h="15940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1.2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0.00006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0741979"/>
                  </a:ext>
                </a:extLst>
              </a:tr>
              <a:tr h="15940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0.527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671202"/>
                  </a:ext>
                </a:extLst>
              </a:tr>
              <a:tr h="15940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2.2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0.336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he Hand Black Mate" panose="02010606010101020104" pitchFamily="2" charset="0"/>
                        </a:rPr>
                        <a:t>0.856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6492073"/>
                  </a:ext>
                </a:extLst>
              </a:tr>
            </a:tbl>
          </a:graphicData>
        </a:graphic>
      </p:graphicFrame>
      <p:sp>
        <p:nvSpPr>
          <p:cNvPr id="11" name="Title 6">
            <a:extLst>
              <a:ext uri="{FF2B5EF4-FFF2-40B4-BE49-F238E27FC236}">
                <a16:creationId xmlns:a16="http://schemas.microsoft.com/office/drawing/2014/main" id="{759FBE7B-9505-4958-7DC9-9CCB0898D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" y="352298"/>
            <a:ext cx="4714954" cy="1568178"/>
          </a:xfrm>
        </p:spPr>
        <p:txBody>
          <a:bodyPr>
            <a:noAutofit/>
          </a:bodyPr>
          <a:lstStyle/>
          <a:p>
            <a:pPr algn="ctr"/>
            <a:r>
              <a:rPr lang="en-US" sz="4600" dirty="0" err="1">
                <a:latin typeface="The Serif Hand Black Mate" panose="03070902030502020204" pitchFamily="66" charset="0"/>
              </a:rPr>
              <a:t>Clasific</a:t>
            </a:r>
            <a:r>
              <a:rPr lang="ro-RO" sz="4600" dirty="0">
                <a:latin typeface="The Serif Hand Black Mate" panose="03070902030502020204" pitchFamily="66" charset="0"/>
              </a:rPr>
              <a:t>Ă</a:t>
            </a:r>
            <a:r>
              <a:rPr lang="en-US" sz="4600" dirty="0" err="1">
                <a:latin typeface="The Serif Hand Black Mate" panose="03070902030502020204" pitchFamily="66" charset="0"/>
              </a:rPr>
              <a:t>ri</a:t>
            </a:r>
            <a:r>
              <a:rPr lang="en-US" sz="4600" dirty="0">
                <a:latin typeface="The Serif Hand Black Mate" panose="03070902030502020204" pitchFamily="66" charset="0"/>
              </a:rPr>
              <a:t> </a:t>
            </a:r>
            <a:br>
              <a:rPr lang="ro-RO" sz="4600" dirty="0">
                <a:latin typeface="The Serif Hand Black Mate" panose="03070902030502020204" pitchFamily="66" charset="0"/>
              </a:rPr>
            </a:br>
            <a:r>
              <a:rPr lang="en-US" sz="4600" dirty="0" err="1">
                <a:latin typeface="The Serif Hand Black Mate" panose="03070902030502020204" pitchFamily="66" charset="0"/>
              </a:rPr>
              <a:t>mULTI</a:t>
            </a:r>
            <a:r>
              <a:rPr lang="en-US" sz="4600" dirty="0">
                <a:latin typeface="The Serif Hand Black Mate" panose="03070902030502020204" pitchFamily="66" charset="0"/>
              </a:rPr>
              <a:t>-ETICHET</a:t>
            </a:r>
            <a:r>
              <a:rPr lang="ro-RO" sz="4600" dirty="0">
                <a:latin typeface="The Serif Hand Black Mate" panose="03070902030502020204" pitchFamily="66" charset="0"/>
              </a:rPr>
              <a:t>Ă</a:t>
            </a:r>
            <a:endParaRPr lang="en-US" sz="4600" dirty="0">
              <a:latin typeface="The Serif Hand Black Mate" panose="03070902030502020204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05D9D2-DFEE-CB88-AC83-9F1B6EFF02D6}"/>
              </a:ext>
            </a:extLst>
          </p:cNvPr>
          <p:cNvSpPr txBox="1"/>
          <p:nvPr/>
        </p:nvSpPr>
        <p:spPr>
          <a:xfrm>
            <a:off x="504812" y="2622934"/>
            <a:ext cx="4714954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200"/>
              </a:spcBef>
            </a:pPr>
            <a:r>
              <a:rPr lang="ro-RO" sz="2800" dirty="0">
                <a:latin typeface="The Hand Black Mate" panose="02010606010101020104" pitchFamily="2" charset="0"/>
              </a:rPr>
              <a:t>A 2 a</a:t>
            </a:r>
            <a:r>
              <a:rPr lang="en-US" sz="2800" dirty="0">
                <a:latin typeface="The Hand Black Mate" panose="02010606010101020104" pitchFamily="2" charset="0"/>
              </a:rPr>
              <a:t> re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 err="1">
                <a:latin typeface="The Hand Black Mate" panose="02010606010101020104" pitchFamily="2" charset="0"/>
              </a:rPr>
              <a:t>ea</a:t>
            </a:r>
            <a:r>
              <a:rPr lang="en-US" sz="2800" dirty="0">
                <a:latin typeface="The Hand Black Mate" panose="02010606010101020104" pitchFamily="2" charset="0"/>
              </a:rPr>
              <a:t>:</a:t>
            </a: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2800" dirty="0" err="1">
                <a:latin typeface="The Hand Black Mate" panose="02010606010101020104" pitchFamily="2" charset="0"/>
              </a:rPr>
              <a:t>Mentenan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>
                <a:latin typeface="The Hand Black Mate" panose="02010606010101020104" pitchFamily="2" charset="0"/>
              </a:rPr>
              <a:t>e &amp; v</a:t>
            </a:r>
            <a:r>
              <a:rPr lang="ro-RO" sz="2800" dirty="0">
                <a:latin typeface="The Hand Black Mate" panose="02010606010101020104" pitchFamily="2" charset="0"/>
              </a:rPr>
              <a:t>â</a:t>
            </a:r>
            <a:r>
              <a:rPr lang="en-US" sz="2800" dirty="0" err="1">
                <a:latin typeface="The Hand Black Mate" panose="02010606010101020104" pitchFamily="2" charset="0"/>
              </a:rPr>
              <a:t>nz</a:t>
            </a:r>
            <a:r>
              <a:rPr lang="ro-RO" sz="2800" dirty="0">
                <a:latin typeface="The Hand Black Mate" panose="02010606010101020104" pitchFamily="2" charset="0"/>
              </a:rPr>
              <a:t>ă</a:t>
            </a:r>
            <a:r>
              <a:rPr lang="en-US" sz="2800" dirty="0" err="1">
                <a:latin typeface="The Hand Black Mate" panose="02010606010101020104" pitchFamily="2" charset="0"/>
              </a:rPr>
              <a:t>ri</a:t>
            </a:r>
            <a:r>
              <a:rPr lang="en-US" sz="2800" dirty="0">
                <a:latin typeface="The Hand Black Mate" panose="02010606010101020104" pitchFamily="2" charset="0"/>
              </a:rPr>
              <a:t> </a:t>
            </a:r>
            <a:endParaRPr lang="en-US" sz="2800" dirty="0">
              <a:latin typeface="The Hand Black Mate" panose="02010606010101020104" pitchFamily="2" charset="0"/>
              <a:ea typeface="+mn-lt"/>
              <a:cs typeface="+mn-lt"/>
            </a:endParaRP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ro-RO" sz="2800" dirty="0">
                <a:latin typeface="The Hand Black Mate" panose="02010606010101020104" pitchFamily="2" charset="0"/>
              </a:rPr>
              <a:t>Un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strat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ascuns</a:t>
            </a:r>
            <a:r>
              <a:rPr lang="en-US" sz="2800" dirty="0">
                <a:latin typeface="The Hand Black Mate" panose="02010606010101020104" pitchFamily="2" charset="0"/>
              </a:rPr>
              <a:t> cu 16 </a:t>
            </a:r>
            <a:r>
              <a:rPr lang="en-US" sz="2800" dirty="0" err="1">
                <a:latin typeface="The Hand Black Mate" panose="02010606010101020104" pitchFamily="2" charset="0"/>
              </a:rPr>
              <a:t>neuroni</a:t>
            </a:r>
            <a:r>
              <a:rPr lang="en-US" sz="2800" dirty="0">
                <a:latin typeface="The Hand Black Mate" panose="02010606010101020104" pitchFamily="2" charset="0"/>
              </a:rPr>
              <a:t>, </a:t>
            </a:r>
            <a:r>
              <a:rPr lang="en-US" sz="2800" dirty="0" err="1">
                <a:latin typeface="The Hand Black Mate" panose="02010606010101020104" pitchFamily="2" charset="0"/>
              </a:rPr>
              <a:t>normalizare</a:t>
            </a:r>
            <a:r>
              <a:rPr lang="en-US" sz="2800" dirty="0">
                <a:latin typeface="The Hand Black Mate" panose="02010606010101020104" pitchFamily="2" charset="0"/>
              </a:rPr>
              <a:t> Batch</a:t>
            </a: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2800" dirty="0" err="1">
                <a:latin typeface="The Hand Black Mate" panose="02010606010101020104" pitchFamily="2" charset="0"/>
              </a:rPr>
              <a:t>Clase</a:t>
            </a:r>
            <a:r>
              <a:rPr lang="en-US" sz="2800" dirty="0">
                <a:latin typeface="The Hand Black Mate" panose="02010606010101020104" pitchFamily="2" charset="0"/>
              </a:rPr>
              <a:t>:</a:t>
            </a:r>
          </a:p>
          <a:p>
            <a:pPr marL="742950" lvl="1" indent="-285750">
              <a:spcBef>
                <a:spcPts val="200"/>
              </a:spcBef>
              <a:buFont typeface="Wingdings"/>
              <a:buChar char="§"/>
            </a:pP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daune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tehnice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ascunse</a:t>
            </a:r>
            <a:r>
              <a:rPr lang="ro-RO" sz="2800" dirty="0">
                <a:latin typeface="The Hand Black Mate" panose="02010606010101020104" pitchFamily="2" charset="0"/>
                <a:ea typeface="+mn-lt"/>
                <a:cs typeface="+mn-lt"/>
              </a:rPr>
              <a:t> (1)</a:t>
            </a:r>
            <a:endParaRPr lang="en-US" sz="2800" dirty="0">
              <a:latin typeface="The Hand Black Mate" panose="02010606010101020104" pitchFamily="2" charset="0"/>
              <a:ea typeface="+mn-lt"/>
              <a:cs typeface="+mn-lt"/>
            </a:endParaRPr>
          </a:p>
          <a:p>
            <a:pPr marL="742950" lvl="1" indent="-285750">
              <a:spcBef>
                <a:spcPts val="200"/>
              </a:spcBef>
              <a:buFont typeface="Wingdings"/>
              <a:buChar char="§"/>
            </a:pP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probleme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tehnice</a:t>
            </a:r>
            <a:r>
              <a:rPr lang="en-US" sz="2800" dirty="0">
                <a:latin typeface="The Hand Black Mate" panose="02010606010101020104" pitchFamily="2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  <a:ea typeface="+mn-lt"/>
                <a:cs typeface="+mn-lt"/>
              </a:rPr>
              <a:t>viitoare</a:t>
            </a:r>
            <a:r>
              <a:rPr lang="ro-RO" sz="2800" dirty="0">
                <a:latin typeface="The Hand Black Mate" panose="02010606010101020104" pitchFamily="2" charset="0"/>
                <a:ea typeface="+mn-lt"/>
                <a:cs typeface="+mn-lt"/>
              </a:rPr>
              <a:t> (2)</a:t>
            </a: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2800" dirty="0" err="1">
                <a:latin typeface="The Hand Black Mate" panose="02010606010101020104" pitchFamily="2" charset="0"/>
              </a:rPr>
              <a:t>Exemplu</a:t>
            </a:r>
            <a:r>
              <a:rPr lang="en-US" sz="2800" dirty="0">
                <a:latin typeface="The Hand Black Mate" panose="02010606010101020104" pitchFamily="2" charset="0"/>
              </a:rPr>
              <a:t>: un num</a:t>
            </a:r>
            <a:r>
              <a:rPr lang="ro-RO" sz="2800" dirty="0" err="1">
                <a:latin typeface="The Hand Black Mate" panose="02010606010101020104" pitchFamily="2" charset="0"/>
              </a:rPr>
              <a:t>ăr</a:t>
            </a:r>
            <a:r>
              <a:rPr lang="ro-RO" sz="2800" dirty="0">
                <a:latin typeface="The Hand Black Mate" panose="02010606010101020104" pitchFamily="2" charset="0"/>
              </a:rPr>
              <a:t> mare de mentenanțe poate semnala posibile probleme tehnice viitoare</a:t>
            </a:r>
            <a:endParaRPr lang="en-US" sz="2800" dirty="0">
              <a:latin typeface="The Hand Black Mate" panose="02010606010101020104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E7FD2E-66A5-499B-62FA-923E53DD8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440164" y="2225911"/>
            <a:ext cx="4627218" cy="36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18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D18DDC-FEBC-DDED-12B3-7C6AD2F5A403}"/>
              </a:ext>
            </a:extLst>
          </p:cNvPr>
          <p:cNvSpPr txBox="1"/>
          <p:nvPr/>
        </p:nvSpPr>
        <p:spPr>
          <a:xfrm>
            <a:off x="311772" y="2765174"/>
            <a:ext cx="449330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2800" dirty="0" err="1"/>
              <a:t>Rezultat</a:t>
            </a:r>
            <a:r>
              <a:rPr lang="ro-RO" sz="2800" dirty="0"/>
              <a:t>ele </a:t>
            </a:r>
            <a:r>
              <a:rPr lang="ro-RO" sz="2800" dirty="0">
                <a:latin typeface="The Hand Black Mate" panose="02010606010101020104" pitchFamily="2" charset="0"/>
              </a:rPr>
              <a:t>antrenării</a:t>
            </a:r>
            <a:endParaRPr lang="en-US" sz="2400" dirty="0">
              <a:latin typeface="The Hand Black Mate" panose="020106060101010201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FD5A88-9811-2CF9-6FE3-DC923E5710AC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</a:t>
            </a:r>
            <a:r>
              <a:rPr lang="ro-RO" sz="2000" dirty="0"/>
              <a:t>5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30C81D05-69B0-A1A3-5042-7E0455A875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7828480"/>
              </p:ext>
            </p:extLst>
          </p:nvPr>
        </p:nvGraphicFramePr>
        <p:xfrm>
          <a:off x="5527042" y="1920476"/>
          <a:ext cx="5506718" cy="3551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5730">
                  <a:extLst>
                    <a:ext uri="{9D8B030D-6E8A-4147-A177-3AD203B41FA5}">
                      <a16:colId xmlns:a16="http://schemas.microsoft.com/office/drawing/2014/main" val="4236101987"/>
                    </a:ext>
                  </a:extLst>
                </a:gridCol>
                <a:gridCol w="1538108">
                  <a:extLst>
                    <a:ext uri="{9D8B030D-6E8A-4147-A177-3AD203B41FA5}">
                      <a16:colId xmlns:a16="http://schemas.microsoft.com/office/drawing/2014/main" val="4039141651"/>
                    </a:ext>
                  </a:extLst>
                </a:gridCol>
                <a:gridCol w="1452880">
                  <a:extLst>
                    <a:ext uri="{9D8B030D-6E8A-4147-A177-3AD203B41FA5}">
                      <a16:colId xmlns:a16="http://schemas.microsoft.com/office/drawing/2014/main" val="3244456563"/>
                    </a:ext>
                  </a:extLst>
                </a:gridCol>
              </a:tblGrid>
              <a:tr h="462486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latin typeface="The Hand Black Mate" panose="02010606010101020104" pitchFamily="2" charset="0"/>
                        </a:rPr>
                        <a:t>Model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Acurate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ț</a:t>
                      </a:r>
                      <a:r>
                        <a:rPr lang="en-US" sz="2400" dirty="0">
                          <a:latin typeface="The Hand Black Mate" panose="02010606010101020104" pitchFamily="2" charset="0"/>
                        </a:rPr>
                        <a:t>e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68758"/>
                  </a:ext>
                </a:extLst>
              </a:tr>
              <a:tr h="539567">
                <a:tc v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The Hand Black Mate" panose="02010606010101020104" pitchFamily="2" charset="0"/>
                        </a:rPr>
                        <a:t>Batch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The Hand Black Mate" panose="02010606010101020104" pitchFamily="2" charset="0"/>
                        </a:rPr>
                        <a:t>Val</a:t>
                      </a:r>
                      <a:endParaRPr lang="ro-RO" sz="2200" dirty="0">
                        <a:latin typeface="The Hand Black Mate" panose="020106060101010201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318997"/>
                  </a:ext>
                </a:extLst>
              </a:tr>
              <a:tr h="70914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>
                          <a:latin typeface="The Hand Black Mate" panose="02010606010101020104" pitchFamily="2" charset="0"/>
                        </a:rPr>
                        <a:t>Ani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 – Kilometri</a:t>
                      </a:r>
                      <a:endParaRPr lang="en-US" sz="24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ro-RO" sz="2000" dirty="0">
                          <a:latin typeface="The Hand Black Mate" panose="02010606010101020104" pitchFamily="2" charset="0"/>
                        </a:rPr>
                        <a:t>0.8784  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ro-RO" sz="2000" dirty="0">
                          <a:latin typeface="The Hand Black Mate" panose="02010606010101020104" pitchFamily="2" charset="0"/>
                        </a:rPr>
                        <a:t>0.9563 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7153489"/>
                  </a:ext>
                </a:extLst>
              </a:tr>
              <a:tr h="70914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Mentenan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ț</a:t>
                      </a:r>
                      <a:r>
                        <a:rPr lang="en-US" sz="2400" dirty="0">
                          <a:latin typeface="The Hand Black Mate" panose="02010606010101020104" pitchFamily="2" charset="0"/>
                        </a:rPr>
                        <a:t>e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 – </a:t>
                      </a:r>
                      <a:r>
                        <a:rPr lang="en-US" sz="2400" dirty="0">
                          <a:latin typeface="The Hand Black Mate" panose="02010606010101020104" pitchFamily="2" charset="0"/>
                        </a:rPr>
                        <a:t>V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â</a:t>
                      </a: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nz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ă</a:t>
                      </a: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ri</a:t>
                      </a:r>
                      <a:endParaRPr lang="en-US" sz="24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he Hand Black Mate" panose="02010606010101020104" pitchFamily="2" charset="0"/>
                        </a:rPr>
                        <a:t>0.9419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he Hand Black Mate" panose="02010606010101020104" pitchFamily="2" charset="0"/>
                        </a:rPr>
                        <a:t>0.9290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1404444"/>
                  </a:ext>
                </a:extLst>
              </a:tr>
              <a:tr h="10174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Accidente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 – </a:t>
                      </a: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Daune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 – </a:t>
                      </a:r>
                      <a:r>
                        <a:rPr lang="en-US" sz="2400" dirty="0" err="1">
                          <a:latin typeface="The Hand Black Mate" panose="02010606010101020104" pitchFamily="2" charset="0"/>
                        </a:rPr>
                        <a:t>Repara</a:t>
                      </a:r>
                      <a:r>
                        <a:rPr lang="ro-RO" sz="2400" dirty="0">
                          <a:latin typeface="The Hand Black Mate" panose="02010606010101020104" pitchFamily="2" charset="0"/>
                        </a:rPr>
                        <a:t>ț</a:t>
                      </a:r>
                      <a:r>
                        <a:rPr lang="en-US" sz="2400" dirty="0">
                          <a:latin typeface="The Hand Black Mate" panose="02010606010101020104" pitchFamily="2" charset="0"/>
                        </a:rPr>
                        <a:t>ii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he Hand Black Mate" panose="02010606010101020104" pitchFamily="2" charset="0"/>
                        </a:rPr>
                        <a:t>0.8421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ro-RO" sz="2000" dirty="0">
                          <a:latin typeface="The Hand Black Mate" panose="02010606010101020104" pitchFamily="2" charset="0"/>
                        </a:rPr>
                        <a:t>0.8300</a:t>
                      </a:r>
                      <a:endParaRPr lang="en-US" sz="2000" dirty="0">
                        <a:latin typeface="The Hand Black Mate" panose="02010606010101020104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0741979"/>
                  </a:ext>
                </a:extLst>
              </a:tr>
            </a:tbl>
          </a:graphicData>
        </a:graphic>
      </p:graphicFrame>
      <p:sp>
        <p:nvSpPr>
          <p:cNvPr id="11" name="Title 6">
            <a:extLst>
              <a:ext uri="{FF2B5EF4-FFF2-40B4-BE49-F238E27FC236}">
                <a16:creationId xmlns:a16="http://schemas.microsoft.com/office/drawing/2014/main" id="{F2EF9DF1-EBB1-5F2A-39E5-C8E18FBD1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" y="352298"/>
            <a:ext cx="4714954" cy="1568178"/>
          </a:xfrm>
        </p:spPr>
        <p:txBody>
          <a:bodyPr>
            <a:normAutofit/>
          </a:bodyPr>
          <a:lstStyle/>
          <a:p>
            <a:pPr algn="ctr"/>
            <a:r>
              <a:rPr lang="en-US" sz="4600" dirty="0" err="1">
                <a:latin typeface="The Serif Hand Black Mate" panose="03070902030502020204" pitchFamily="66" charset="0"/>
              </a:rPr>
              <a:t>Clasific</a:t>
            </a:r>
            <a:r>
              <a:rPr lang="ro-RO" sz="4600" dirty="0">
                <a:latin typeface="The Serif Hand Black Mate" panose="03070902030502020204" pitchFamily="66" charset="0"/>
              </a:rPr>
              <a:t>Ă</a:t>
            </a:r>
            <a:r>
              <a:rPr lang="en-US" sz="4600" dirty="0" err="1">
                <a:latin typeface="The Serif Hand Black Mate" panose="03070902030502020204" pitchFamily="66" charset="0"/>
              </a:rPr>
              <a:t>ri</a:t>
            </a:r>
            <a:r>
              <a:rPr lang="en-US" sz="4600" dirty="0">
                <a:latin typeface="The Serif Hand Black Mate" panose="03070902030502020204" pitchFamily="66" charset="0"/>
              </a:rPr>
              <a:t> </a:t>
            </a:r>
            <a:br>
              <a:rPr lang="ro-RO" sz="4600" dirty="0">
                <a:latin typeface="The Serif Hand Black Mate" panose="03070902030502020204" pitchFamily="66" charset="0"/>
              </a:rPr>
            </a:br>
            <a:r>
              <a:rPr lang="en-US" sz="4600" dirty="0" err="1">
                <a:latin typeface="The Serif Hand Black Mate" panose="03070902030502020204" pitchFamily="66" charset="0"/>
              </a:rPr>
              <a:t>mULTI</a:t>
            </a:r>
            <a:r>
              <a:rPr lang="en-US" sz="4600" dirty="0">
                <a:latin typeface="The Serif Hand Black Mate" panose="03070902030502020204" pitchFamily="66" charset="0"/>
              </a:rPr>
              <a:t>-ETICHET</a:t>
            </a:r>
            <a:r>
              <a:rPr lang="ro-RO" sz="4600" dirty="0">
                <a:latin typeface="The Serif Hand Black Mate" panose="03070902030502020204" pitchFamily="66" charset="0"/>
              </a:rPr>
              <a:t>Ă</a:t>
            </a:r>
            <a:endParaRPr lang="en-US" sz="4600" dirty="0">
              <a:latin typeface="The Serif Hand Black Mate" panose="030709020305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ACCC1C-C469-B33A-3321-A7FFBD465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440164" y="2225911"/>
            <a:ext cx="4627218" cy="36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209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BCDF373-B5D6-4F86-8E13-9DB224014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58" y="1154057"/>
            <a:ext cx="2966825" cy="1139173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sz="5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Concluzii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22901A9-2FA2-4FF9-8C8C-B9DE9921F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6806" y="1984422"/>
            <a:ext cx="6176140" cy="3634288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he Hand Black Mate" panose="02010606010101020104" pitchFamily="2" charset="0"/>
              </a:rPr>
              <a:t>Se </a:t>
            </a:r>
            <a:r>
              <a:rPr lang="en-US" sz="2800" dirty="0" err="1">
                <a:latin typeface="The Hand Black Mate" panose="02010606010101020104" pitchFamily="2" charset="0"/>
              </a:rPr>
              <a:t>poate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folosi</a:t>
            </a:r>
            <a:r>
              <a:rPr lang="en-US" sz="2800" dirty="0">
                <a:latin typeface="The Hand Black Mate" panose="02010606010101020104" pitchFamily="2" charset="0"/>
              </a:rPr>
              <a:t> blockchain-</a:t>
            </a:r>
            <a:r>
              <a:rPr lang="en-US" sz="2800" dirty="0" err="1">
                <a:latin typeface="The Hand Black Mate" panose="02010606010101020104" pitchFamily="2" charset="0"/>
              </a:rPr>
              <a:t>ul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pentru</a:t>
            </a:r>
            <a:r>
              <a:rPr lang="en-US" sz="2800" dirty="0">
                <a:latin typeface="The Hand Black Mate" panose="02010606010101020104" pitchFamily="2" charset="0"/>
              </a:rPr>
              <a:t> a </a:t>
            </a:r>
            <a:r>
              <a:rPr lang="en-US" sz="2800" dirty="0" err="1">
                <a:latin typeface="The Hand Black Mate" panose="02010606010101020104" pitchFamily="2" charset="0"/>
              </a:rPr>
              <a:t>spori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transparen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>
                <a:latin typeface="The Hand Black Mate" panose="02010606010101020104" pitchFamily="2" charset="0"/>
              </a:rPr>
              <a:t>a </a:t>
            </a:r>
            <a:r>
              <a:rPr lang="ro-RO" sz="2800" dirty="0">
                <a:latin typeface="The Hand Black Mate" panose="02010606010101020104" pitchFamily="2" charset="0"/>
              </a:rPr>
              <a:t>ș</a:t>
            </a:r>
            <a:r>
              <a:rPr lang="en-US" sz="2800" dirty="0" err="1">
                <a:latin typeface="The Hand Black Mate" panose="02010606010101020104" pitchFamily="2" charset="0"/>
              </a:rPr>
              <a:t>i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imutabilitatea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datelor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unor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vehicule</a:t>
            </a:r>
            <a:r>
              <a:rPr lang="en-US" sz="2800" dirty="0">
                <a:latin typeface="The Hand Black Mate" panose="02010606010101020104" pitchFamily="2" charset="0"/>
              </a:rPr>
              <a:t> </a:t>
            </a:r>
            <a:r>
              <a:rPr lang="en-US" sz="2800" dirty="0" err="1">
                <a:latin typeface="The Hand Black Mate" panose="02010606010101020104" pitchFamily="2" charset="0"/>
              </a:rPr>
              <a:t>dar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ro-RO" sz="2800" dirty="0">
                <a:latin typeface="The Hand Black Mate" panose="02010606010101020104" pitchFamily="2" charset="0"/>
              </a:rPr>
              <a:t>ș</a:t>
            </a:r>
            <a:r>
              <a:rPr lang="en-US" sz="2800" dirty="0" err="1">
                <a:latin typeface="The Hand Black Mate" panose="02010606010101020104" pitchFamily="2" charset="0"/>
              </a:rPr>
              <a:t>i</a:t>
            </a:r>
            <a:r>
              <a:rPr lang="en-US" sz="2800" dirty="0">
                <a:latin typeface="The Hand Black Mate" panose="02010606010101020104" pitchFamily="2" charset="0"/>
              </a:rPr>
              <a:t> ca o </a:t>
            </a:r>
            <a:r>
              <a:rPr lang="en-US" sz="2800" dirty="0" err="1">
                <a:latin typeface="The Hand Black Mate" panose="02010606010101020104" pitchFamily="2" charset="0"/>
              </a:rPr>
              <a:t>metod</a:t>
            </a:r>
            <a:r>
              <a:rPr lang="ro-RO" sz="2800" dirty="0">
                <a:latin typeface="The Hand Black Mate" panose="02010606010101020104" pitchFamily="2" charset="0"/>
              </a:rPr>
              <a:t>ă</a:t>
            </a:r>
            <a:r>
              <a:rPr lang="en-US" sz="2800" dirty="0">
                <a:latin typeface="The Hand Black Mate" panose="02010606010101020104" pitchFamily="2" charset="0"/>
              </a:rPr>
              <a:t> de </a:t>
            </a:r>
            <a:r>
              <a:rPr lang="en-US" sz="2800" dirty="0" err="1">
                <a:latin typeface="The Hand Black Mate" panose="02010606010101020104" pitchFamily="2" charset="0"/>
              </a:rPr>
              <a:t>stocare</a:t>
            </a:r>
            <a:endParaRPr lang="en-US" sz="2800" dirty="0">
              <a:latin typeface="The Hand Black Mate" panose="02010606010101020104" pitchFamily="2" charset="0"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he Hand Black Mate" panose="02010606010101020104" pitchFamily="2" charset="0"/>
              </a:rPr>
              <a:t>Re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 err="1">
                <a:latin typeface="The Hand Black Mate" panose="02010606010101020104" pitchFamily="2" charset="0"/>
              </a:rPr>
              <a:t>elele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neuronale</a:t>
            </a:r>
            <a:r>
              <a:rPr lang="en-US" sz="2800" dirty="0">
                <a:latin typeface="The Hand Black Mate" panose="02010606010101020104" pitchFamily="2" charset="0"/>
              </a:rPr>
              <a:t> pot </a:t>
            </a:r>
            <a:r>
              <a:rPr lang="en-US" sz="2800" dirty="0" err="1">
                <a:latin typeface="The Hand Black Mate" panose="02010606010101020104" pitchFamily="2" charset="0"/>
              </a:rPr>
              <a:t>asista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ro-RO" sz="2800" dirty="0">
                <a:latin typeface="The Hand Black Mate" panose="02010606010101020104" pitchFamily="2" charset="0"/>
              </a:rPr>
              <a:t>î</a:t>
            </a:r>
            <a:r>
              <a:rPr lang="en-US" sz="2800" dirty="0">
                <a:latin typeface="The Hand Black Mate" panose="02010606010101020104" pitchFamily="2" charset="0"/>
              </a:rPr>
              <a:t>n </a:t>
            </a:r>
            <a:r>
              <a:rPr lang="en-US" sz="2800" dirty="0" err="1">
                <a:latin typeface="The Hand Black Mate" panose="02010606010101020104" pitchFamily="2" charset="0"/>
              </a:rPr>
              <a:t>analiza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datelor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unui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autovehicul</a:t>
            </a:r>
            <a:endParaRPr lang="en-US" sz="2800" dirty="0">
              <a:latin typeface="The Hand Black Mate" panose="02010606010101020104" pitchFamily="2" charset="0"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he Hand Black Mate" panose="02010606010101020104" pitchFamily="2" charset="0"/>
              </a:rPr>
              <a:t>Combina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 err="1">
                <a:latin typeface="The Hand Black Mate" panose="02010606010101020104" pitchFamily="2" charset="0"/>
              </a:rPr>
              <a:t>ia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ro-RO" sz="2800" dirty="0">
                <a:latin typeface="The Hand Black Mate" panose="02010606010101020104" pitchFamily="2" charset="0"/>
              </a:rPr>
              <a:t>î</a:t>
            </a:r>
            <a:r>
              <a:rPr lang="en-US" sz="2800" dirty="0" err="1">
                <a:latin typeface="The Hand Black Mate" panose="02010606010101020104" pitchFamily="2" charset="0"/>
              </a:rPr>
              <a:t>ntre</a:t>
            </a:r>
            <a:r>
              <a:rPr lang="en-US" sz="2800" dirty="0">
                <a:latin typeface="The Hand Black Mate" panose="02010606010101020104" pitchFamily="2" charset="0"/>
              </a:rPr>
              <a:t> blockchain </a:t>
            </a:r>
            <a:r>
              <a:rPr lang="ro-RO" sz="2800" dirty="0">
                <a:latin typeface="The Hand Black Mate" panose="02010606010101020104" pitchFamily="2" charset="0"/>
              </a:rPr>
              <a:t>ș</a:t>
            </a:r>
            <a:r>
              <a:rPr lang="en-US" sz="2800" dirty="0" err="1">
                <a:latin typeface="The Hand Black Mate" panose="02010606010101020104" pitchFamily="2" charset="0"/>
              </a:rPr>
              <a:t>i</a:t>
            </a:r>
            <a:r>
              <a:rPr lang="en-US" sz="2800" dirty="0">
                <a:latin typeface="The Hand Black Mate" panose="02010606010101020104" pitchFamily="2" charset="0"/>
              </a:rPr>
              <a:t> re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 err="1">
                <a:latin typeface="The Hand Black Mate" panose="02010606010101020104" pitchFamily="2" charset="0"/>
              </a:rPr>
              <a:t>elele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neuronale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propuse</a:t>
            </a:r>
            <a:r>
              <a:rPr lang="en-US" sz="2800" dirty="0">
                <a:latin typeface="The Hand Black Mate" panose="02010606010101020104" pitchFamily="2" charset="0"/>
              </a:rPr>
              <a:t> pot </a:t>
            </a:r>
            <a:r>
              <a:rPr lang="ro-RO" sz="2800" dirty="0">
                <a:latin typeface="The Hand Black Mate" panose="02010606010101020104" pitchFamily="2" charset="0"/>
              </a:rPr>
              <a:t>ajuta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evitarea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posibilelor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en-US" sz="2800" dirty="0" err="1">
                <a:latin typeface="The Hand Black Mate" panose="02010606010101020104" pitchFamily="2" charset="0"/>
              </a:rPr>
              <a:t>fraude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  <a:r>
              <a:rPr lang="ro-RO" sz="2800" dirty="0">
                <a:latin typeface="The Hand Black Mate" panose="02010606010101020104" pitchFamily="2" charset="0"/>
              </a:rPr>
              <a:t>î</a:t>
            </a:r>
            <a:r>
              <a:rPr lang="en-US" sz="2800" dirty="0">
                <a:latin typeface="The Hand Black Mate" panose="02010606010101020104" pitchFamily="2" charset="0"/>
              </a:rPr>
              <a:t>n </a:t>
            </a:r>
            <a:r>
              <a:rPr lang="en-US" sz="2800" dirty="0" err="1">
                <a:latin typeface="The Hand Black Mate" panose="02010606010101020104" pitchFamily="2" charset="0"/>
              </a:rPr>
              <a:t>tranzac</a:t>
            </a:r>
            <a:r>
              <a:rPr lang="ro-RO" sz="2800" dirty="0">
                <a:latin typeface="The Hand Black Mate" panose="02010606010101020104" pitchFamily="2" charset="0"/>
              </a:rPr>
              <a:t>ț</a:t>
            </a:r>
            <a:r>
              <a:rPr lang="en-US" sz="2800" dirty="0" err="1">
                <a:latin typeface="The Hand Black Mate" panose="02010606010101020104" pitchFamily="2" charset="0"/>
              </a:rPr>
              <a:t>iile</a:t>
            </a:r>
            <a:r>
              <a:rPr lang="en-US" sz="2800" dirty="0">
                <a:latin typeface="The Hand Black Mate" panose="02010606010101020104" pitchFamily="2" charset="0"/>
              </a:rPr>
              <a:t> cu ma</a:t>
            </a:r>
            <a:r>
              <a:rPr lang="ro-RO" sz="2800" dirty="0">
                <a:latin typeface="The Hand Black Mate" panose="02010606010101020104" pitchFamily="2" charset="0"/>
              </a:rPr>
              <a:t>ș</a:t>
            </a:r>
            <a:r>
              <a:rPr lang="en-US" sz="2800" dirty="0" err="1">
                <a:latin typeface="The Hand Black Mate" panose="02010606010101020104" pitchFamily="2" charset="0"/>
              </a:rPr>
              <a:t>ini</a:t>
            </a:r>
            <a:endParaRPr lang="en-US" sz="2800" dirty="0">
              <a:latin typeface="The Hand Black Mate" panose="020106060101010201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EC936A-E0FD-2317-B6A8-2CE587363836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</a:t>
            </a:r>
            <a:r>
              <a:rPr lang="ro-RO" sz="2000" dirty="0"/>
              <a:t>6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065165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47CC944-FBEB-3F58-4C77-C8D1261E59D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06498" y="2075056"/>
            <a:ext cx="9844602" cy="3629596"/>
          </a:xfrm>
        </p:spPr>
        <p:txBody>
          <a:bodyPr>
            <a:noAutofit/>
          </a:bodyPr>
          <a:lstStyle/>
          <a:p>
            <a:r>
              <a:rPr lang="ro-RO" sz="2800" dirty="0">
                <a:latin typeface="The Hand Black Mate" panose="02010606010101020104" pitchFamily="2" charset="0"/>
              </a:rPr>
              <a:t>R. K. </a:t>
            </a:r>
            <a:r>
              <a:rPr lang="ro-RO" sz="2800" dirty="0" err="1">
                <a:latin typeface="The Hand Black Mate" panose="02010606010101020104" pitchFamily="2" charset="0"/>
              </a:rPr>
              <a:t>Kaushal</a:t>
            </a:r>
            <a:r>
              <a:rPr lang="ro-RO" sz="2800" dirty="0">
                <a:latin typeface="The Hand Black Mate" panose="02010606010101020104" pitchFamily="2" charset="0"/>
              </a:rPr>
              <a:t>, N. </a:t>
            </a:r>
            <a:r>
              <a:rPr lang="ro-RO" sz="2800" dirty="0" err="1">
                <a:latin typeface="The Hand Black Mate" panose="02010606010101020104" pitchFamily="2" charset="0"/>
              </a:rPr>
              <a:t>Kumar</a:t>
            </a:r>
            <a:r>
              <a:rPr lang="ro-RO" sz="2800" dirty="0">
                <a:latin typeface="The Hand Black Mate" panose="02010606010101020104" pitchFamily="2" charset="0"/>
              </a:rPr>
              <a:t>, S. N. Panda </a:t>
            </a:r>
            <a:r>
              <a:rPr lang="ro-RO" sz="2800" dirty="0" err="1">
                <a:latin typeface="The Hand Black Mate" panose="02010606010101020104" pitchFamily="2" charset="0"/>
              </a:rPr>
              <a:t>and</a:t>
            </a:r>
            <a:r>
              <a:rPr lang="ro-RO" sz="2800" dirty="0">
                <a:latin typeface="The Hand Black Mate" panose="02010606010101020104" pitchFamily="2" charset="0"/>
              </a:rPr>
              <a:t> V. </a:t>
            </a:r>
            <a:r>
              <a:rPr lang="ro-RO" sz="2800" dirty="0" err="1">
                <a:latin typeface="The Hand Black Mate" panose="02010606010101020104" pitchFamily="2" charset="0"/>
              </a:rPr>
              <a:t>Kukreja</a:t>
            </a:r>
            <a:r>
              <a:rPr lang="ro-RO" sz="2800" dirty="0">
                <a:latin typeface="The Hand Black Mate" panose="02010606010101020104" pitchFamily="2" charset="0"/>
              </a:rPr>
              <a:t>, "</a:t>
            </a:r>
            <a:r>
              <a:rPr lang="ro-RO" sz="2800" dirty="0" err="1">
                <a:latin typeface="The Hand Black Mate" panose="02010606010101020104" pitchFamily="2" charset="0"/>
              </a:rPr>
              <a:t>Immutable</a:t>
            </a:r>
            <a:r>
              <a:rPr lang="ro-RO" sz="2800" dirty="0">
                <a:latin typeface="The Hand Black Mate" panose="02010606010101020104" pitchFamily="2" charset="0"/>
              </a:rPr>
              <a:t> </a:t>
            </a:r>
            <a:r>
              <a:rPr lang="ro-RO" sz="2800" dirty="0" err="1">
                <a:latin typeface="The Hand Black Mate" panose="02010606010101020104" pitchFamily="2" charset="0"/>
              </a:rPr>
              <a:t>Smart</a:t>
            </a:r>
            <a:r>
              <a:rPr lang="ro-RO" sz="2800" dirty="0">
                <a:latin typeface="The Hand Black Mate" panose="02010606010101020104" pitchFamily="2" charset="0"/>
              </a:rPr>
              <a:t> </a:t>
            </a:r>
            <a:r>
              <a:rPr lang="ro-RO" sz="2800" dirty="0" err="1">
                <a:latin typeface="The Hand Black Mate" panose="02010606010101020104" pitchFamily="2" charset="0"/>
              </a:rPr>
              <a:t>Contracts</a:t>
            </a:r>
            <a:r>
              <a:rPr lang="ro-RO" sz="2800" dirty="0">
                <a:latin typeface="The Hand Black Mate" panose="02010606010101020104" pitchFamily="2" charset="0"/>
              </a:rPr>
              <a:t> on </a:t>
            </a:r>
            <a:r>
              <a:rPr lang="ro-RO" sz="2800" dirty="0" err="1">
                <a:latin typeface="The Hand Black Mate" panose="02010606010101020104" pitchFamily="2" charset="0"/>
              </a:rPr>
              <a:t>Blockchain</a:t>
            </a:r>
            <a:r>
              <a:rPr lang="ro-RO" sz="2800" dirty="0">
                <a:latin typeface="The Hand Black Mate" panose="02010606010101020104" pitchFamily="2" charset="0"/>
              </a:rPr>
              <a:t> Technology: </a:t>
            </a:r>
            <a:r>
              <a:rPr lang="ro-RO" sz="2800" dirty="0" err="1">
                <a:latin typeface="The Hand Black Mate" panose="02010606010101020104" pitchFamily="2" charset="0"/>
              </a:rPr>
              <a:t>Its</a:t>
            </a:r>
            <a:r>
              <a:rPr lang="ro-RO" sz="2800" dirty="0">
                <a:latin typeface="The Hand Black Mate" panose="02010606010101020104" pitchFamily="2" charset="0"/>
              </a:rPr>
              <a:t> </a:t>
            </a:r>
            <a:r>
              <a:rPr lang="ro-RO" sz="2800" dirty="0" err="1">
                <a:latin typeface="The Hand Black Mate" panose="02010606010101020104" pitchFamily="2" charset="0"/>
              </a:rPr>
              <a:t>Benefits</a:t>
            </a:r>
            <a:r>
              <a:rPr lang="ro-RO" sz="2800" dirty="0">
                <a:latin typeface="The Hand Black Mate" panose="02010606010101020104" pitchFamily="2" charset="0"/>
              </a:rPr>
              <a:t> </a:t>
            </a:r>
            <a:r>
              <a:rPr lang="ro-RO" sz="2800" dirty="0" err="1">
                <a:latin typeface="The Hand Black Mate" panose="02010606010101020104" pitchFamily="2" charset="0"/>
              </a:rPr>
              <a:t>and</a:t>
            </a:r>
            <a:r>
              <a:rPr lang="ro-RO" sz="2800" dirty="0">
                <a:latin typeface="The Hand Black Mate" panose="02010606010101020104" pitchFamily="2" charset="0"/>
              </a:rPr>
              <a:t> Barriers,"2021 9th International </a:t>
            </a:r>
            <a:r>
              <a:rPr lang="ro-RO" sz="2800" dirty="0" err="1">
                <a:latin typeface="The Hand Black Mate" panose="02010606010101020104" pitchFamily="2" charset="0"/>
              </a:rPr>
              <a:t>Conference</a:t>
            </a:r>
            <a:r>
              <a:rPr lang="ro-RO" sz="2800" dirty="0">
                <a:latin typeface="The Hand Black Mate" panose="02010606010101020104" pitchFamily="2" charset="0"/>
              </a:rPr>
              <a:t> on </a:t>
            </a:r>
            <a:r>
              <a:rPr lang="ro-RO" sz="2800" dirty="0" err="1">
                <a:latin typeface="The Hand Black Mate" panose="02010606010101020104" pitchFamily="2" charset="0"/>
              </a:rPr>
              <a:t>Reliability</a:t>
            </a:r>
            <a:r>
              <a:rPr lang="ro-RO" sz="2800" dirty="0">
                <a:latin typeface="The Hand Black Mate" panose="02010606010101020104" pitchFamily="2" charset="0"/>
              </a:rPr>
              <a:t>, </a:t>
            </a:r>
            <a:r>
              <a:rPr lang="ro-RO" sz="2800" dirty="0" err="1">
                <a:latin typeface="The Hand Black Mate" panose="02010606010101020104" pitchFamily="2" charset="0"/>
              </a:rPr>
              <a:t>Infocom</a:t>
            </a:r>
            <a:r>
              <a:rPr lang="ro-RO" sz="2800" dirty="0">
                <a:latin typeface="The Hand Black Mate" panose="02010606010101020104" pitchFamily="2" charset="0"/>
              </a:rPr>
              <a:t> Technologies </a:t>
            </a:r>
            <a:r>
              <a:rPr lang="ro-RO" sz="2800" dirty="0" err="1">
                <a:latin typeface="The Hand Black Mate" panose="02010606010101020104" pitchFamily="2" charset="0"/>
              </a:rPr>
              <a:t>and</a:t>
            </a:r>
            <a:r>
              <a:rPr lang="ro-RO" sz="2800" dirty="0">
                <a:latin typeface="The Hand Black Mate" panose="02010606010101020104" pitchFamily="2" charset="0"/>
              </a:rPr>
              <a:t> </a:t>
            </a:r>
            <a:r>
              <a:rPr lang="ro-RO" sz="2800" dirty="0" err="1">
                <a:latin typeface="The Hand Black Mate" panose="02010606010101020104" pitchFamily="2" charset="0"/>
              </a:rPr>
              <a:t>Optimization</a:t>
            </a:r>
            <a:r>
              <a:rPr lang="ro-RO" sz="2800" dirty="0">
                <a:latin typeface="The Hand Black Mate" panose="02010606010101020104" pitchFamily="2" charset="0"/>
              </a:rPr>
              <a:t> (</a:t>
            </a:r>
            <a:r>
              <a:rPr lang="ro-RO" sz="2800" dirty="0" err="1">
                <a:latin typeface="The Hand Black Mate" panose="02010606010101020104" pitchFamily="2" charset="0"/>
              </a:rPr>
              <a:t>Trends</a:t>
            </a:r>
            <a:r>
              <a:rPr lang="ro-RO" sz="2800" dirty="0">
                <a:latin typeface="The Hand Black Mate" panose="02010606010101020104" pitchFamily="2" charset="0"/>
              </a:rPr>
              <a:t> </a:t>
            </a:r>
            <a:r>
              <a:rPr lang="ro-RO" sz="2800" dirty="0" err="1">
                <a:latin typeface="The Hand Black Mate" panose="02010606010101020104" pitchFamily="2" charset="0"/>
              </a:rPr>
              <a:t>and</a:t>
            </a:r>
            <a:r>
              <a:rPr lang="ro-RO" sz="2800" dirty="0">
                <a:latin typeface="The Hand Black Mate" panose="02010606010101020104" pitchFamily="2" charset="0"/>
              </a:rPr>
              <a:t> </a:t>
            </a:r>
            <a:r>
              <a:rPr lang="ro-RO" sz="2800" dirty="0" err="1">
                <a:latin typeface="The Hand Black Mate" panose="02010606010101020104" pitchFamily="2" charset="0"/>
              </a:rPr>
              <a:t>Future</a:t>
            </a:r>
            <a:r>
              <a:rPr lang="ro-RO" sz="2800" dirty="0">
                <a:latin typeface="The Hand Black Mate" panose="02010606010101020104" pitchFamily="2" charset="0"/>
              </a:rPr>
              <a:t> </a:t>
            </a:r>
            <a:r>
              <a:rPr lang="ro-RO" sz="2800" dirty="0" err="1">
                <a:latin typeface="The Hand Black Mate" panose="02010606010101020104" pitchFamily="2" charset="0"/>
              </a:rPr>
              <a:t>Directions</a:t>
            </a:r>
            <a:r>
              <a:rPr lang="ro-RO" sz="2800" dirty="0">
                <a:latin typeface="The Hand Black Mate" panose="02010606010101020104" pitchFamily="2" charset="0"/>
              </a:rPr>
              <a:t>) (ICRITO), </a:t>
            </a:r>
            <a:r>
              <a:rPr lang="ro-RO" sz="2800" dirty="0" err="1">
                <a:latin typeface="The Hand Black Mate" panose="02010606010101020104" pitchFamily="2" charset="0"/>
              </a:rPr>
              <a:t>Noida</a:t>
            </a:r>
            <a:r>
              <a:rPr lang="ro-RO" sz="2800" dirty="0">
                <a:latin typeface="The Hand Black Mate" panose="02010606010101020104" pitchFamily="2" charset="0"/>
              </a:rPr>
              <a:t>, India, 2021, pp. 1-5, doi: 10.1109/ICRITO51393.2021.9596538</a:t>
            </a:r>
            <a:r>
              <a:rPr lang="en-US" sz="2800" dirty="0">
                <a:latin typeface="The Hand Black Mate" panose="02010606010101020104" pitchFamily="2" charset="0"/>
              </a:rPr>
              <a:t> </a:t>
            </a:r>
          </a:p>
          <a:p>
            <a:r>
              <a:rPr lang="en-US" sz="2800" dirty="0" err="1">
                <a:latin typeface="The Hand Black Mate" panose="02010606010101020104" pitchFamily="2" charset="0"/>
              </a:rPr>
              <a:t>Aldyaflah</a:t>
            </a:r>
            <a:r>
              <a:rPr lang="en-US" sz="2800" dirty="0">
                <a:latin typeface="The Hand Black Mate" panose="02010606010101020104" pitchFamily="2" charset="0"/>
              </a:rPr>
              <a:t>, I.M., Zhao W., Upadhyay H.; Lagos L., The Design and Implementation of a Secure Datastore Based on Ethereum Smart Contract. Appl. Sci. 2023, 13, 5282. https://doi.org/10.3390/app13095282. </a:t>
            </a:r>
          </a:p>
          <a:p>
            <a:r>
              <a:rPr lang="en-US" sz="2800" dirty="0">
                <a:latin typeface="The Hand Black Mate" panose="02010606010101020104" pitchFamily="2" charset="0"/>
              </a:rPr>
              <a:t>***, </a:t>
            </a:r>
            <a:r>
              <a:rPr lang="en-US" sz="2800" dirty="0" err="1">
                <a:latin typeface="The Hand Black Mate" panose="02010606010101020104" pitchFamily="2" charset="0"/>
              </a:rPr>
              <a:t>Keras</a:t>
            </a:r>
            <a:r>
              <a:rPr lang="en-US" sz="2800" dirty="0">
                <a:latin typeface="The Hand Black Mate" panose="02010606010101020104" pitchFamily="2" charset="0"/>
              </a:rPr>
              <a:t> Classification, https://keras.io/examples/nlp/multi_label_classification/</a:t>
            </a:r>
          </a:p>
          <a:p>
            <a:r>
              <a:rPr lang="en-US" sz="2800" dirty="0">
                <a:latin typeface="The Hand Black Mate" panose="02010606010101020104" pitchFamily="2" charset="0"/>
              </a:rPr>
              <a:t>***, Solidity Documentation, https://docs.soliditylang.org/en/v0.8.26/ </a:t>
            </a:r>
            <a:endParaRPr lang="ro-RO" sz="2800" dirty="0">
              <a:latin typeface="The Hand Black Mate" panose="02010606010101020104" pitchFamily="2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3C7EF69-23B0-E32D-AA1E-31F644DD8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81" y="1164162"/>
            <a:ext cx="11814838" cy="529780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846D9FDF-6583-532D-FE1F-DF824EBC8CC5}"/>
              </a:ext>
            </a:extLst>
          </p:cNvPr>
          <p:cNvSpPr txBox="1">
            <a:spLocks/>
          </p:cNvSpPr>
          <p:nvPr/>
        </p:nvSpPr>
        <p:spPr>
          <a:xfrm>
            <a:off x="3967411" y="359694"/>
            <a:ext cx="3922776" cy="91089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</a:pPr>
            <a:r>
              <a:rPr lang="en-US" sz="4800" dirty="0" err="1">
                <a:latin typeface="The Serif Hand Black Mate" panose="03070902030502020204" pitchFamily="66" charset="0"/>
              </a:rPr>
              <a:t>Bibliografie</a:t>
            </a:r>
            <a:r>
              <a:rPr lang="en-US" sz="4800" dirty="0">
                <a:latin typeface="The Serif Hand Black Mate" panose="03070902030502020204" pitchFamily="66" charset="0"/>
              </a:rPr>
              <a:t> SELECTIV</a:t>
            </a:r>
            <a:r>
              <a:rPr lang="ro-RO" sz="4800" dirty="0">
                <a:latin typeface="The Serif Hand Black Mate" panose="03070902030502020204" pitchFamily="66" charset="0"/>
              </a:rPr>
              <a:t>Ă</a:t>
            </a:r>
            <a:endParaRPr lang="en-US" sz="4800" dirty="0">
              <a:latin typeface="The Serif Hand Black Mate" panose="03070902030502020204" pitchFamily="66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FCEC76-7450-08D8-0DE9-F9A94A786583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</a:t>
            </a:r>
            <a:r>
              <a:rPr lang="ro-RO" sz="2000" dirty="0"/>
              <a:t>7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16953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5BB92-813C-4042-B316-05BBE4D46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820" y="1016000"/>
            <a:ext cx="6060306" cy="2924048"/>
          </a:xfrm>
        </p:spPr>
        <p:txBody>
          <a:bodyPr/>
          <a:lstStyle/>
          <a:p>
            <a:r>
              <a:rPr lang="en-US" sz="5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VĂ MULȚUMESC PENTRU ATENȚIE!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5E4E14-51FA-C07B-F210-196EE0ABA117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</a:t>
            </a:r>
            <a:r>
              <a:rPr lang="ro-RO" sz="2000" dirty="0"/>
              <a:t>8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51942242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AD9EFA-E074-4C2F-8F25-BF862B8AB68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D8A49B05-820E-4F16-BCC1-12B2E13002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A595FF-F2D2-434C-A89B-B6A4364C47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e753c2c-bb14-4786-921b-97c6a6fc424f}" enabled="1" method="Standard" siteId="{3bd97919-57c3-48d3-9e9a-8e4c01614a8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1382</Words>
  <Application>Microsoft Office PowerPoint</Application>
  <PresentationFormat>Widescreen</PresentationFormat>
  <Paragraphs>261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Arial Black</vt:lpstr>
      <vt:lpstr>Arial,Sans-Serif</vt:lpstr>
      <vt:lpstr>Calibri</vt:lpstr>
      <vt:lpstr>The Hand Black Mate</vt:lpstr>
      <vt:lpstr>The Serif Hand Black Mate</vt:lpstr>
      <vt:lpstr>Times New Roman</vt:lpstr>
      <vt:lpstr>Wingdings</vt:lpstr>
      <vt:lpstr>SketchyVTI</vt:lpstr>
      <vt:lpstr>Protocol de autentificare OAuth cu Schnorr ZKP: Securitate fără partajare de secrete</vt:lpstr>
      <vt:lpstr>SUMAR</vt:lpstr>
      <vt:lpstr>INTRODUCERE</vt:lpstr>
      <vt:lpstr>TEHNOLOGII</vt:lpstr>
      <vt:lpstr>ARHITECTURA</vt:lpstr>
      <vt:lpstr>PowerPoint Presentation</vt:lpstr>
      <vt:lpstr>NIVEL de APLICAȚIE MODULE</vt:lpstr>
      <vt:lpstr>nivel DE DATE SMART CONTRACT</vt:lpstr>
      <vt:lpstr>nivel DE DATE SMART CONTRACT</vt:lpstr>
      <vt:lpstr>ClasificĂri  mULTI-ETICHETĂ</vt:lpstr>
      <vt:lpstr>ClasificĂri  mULTI-ETICHETĂ</vt:lpstr>
      <vt:lpstr>ClasificĂri  mULTI-ETICHETĂ</vt:lpstr>
      <vt:lpstr>ClasificĂri  mULTI-ETICHETĂ</vt:lpstr>
      <vt:lpstr>ClasificĂri  mULTI-ETICHETĂ</vt:lpstr>
      <vt:lpstr>ClasificĂri  mULTI-ETICHETĂ</vt:lpstr>
      <vt:lpstr>Concluzii</vt:lpstr>
      <vt:lpstr>PowerPoint Presentation</vt:lpstr>
      <vt:lpstr>VĂ MULȚUMESC PENTRU ATENȚIE!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</dc:title>
  <dc:creator>Matei .</dc:creator>
  <cp:lastModifiedBy>Matei, Rares02</cp:lastModifiedBy>
  <cp:revision>2138</cp:revision>
  <dcterms:created xsi:type="dcterms:W3CDTF">2024-05-16T18:10:47Z</dcterms:created>
  <dcterms:modified xsi:type="dcterms:W3CDTF">2026-06-12T20:00:01Z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ClassificationContentMarkingFooterLocations">
    <vt:lpwstr>SketchyVTI:8</vt:lpwstr>
  </property>
  <property fmtid="{D5CDD505-2E9C-101B-9397-08002B2CF9AE}" pid="4" name="ClassificationContentMarkingFooterText">
    <vt:lpwstr>Internal</vt:lpwstr>
  </property>
</Properties>
</file>